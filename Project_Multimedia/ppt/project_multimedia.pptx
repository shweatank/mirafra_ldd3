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F1D9FB3-8B81-4E9C-8F8E-548DE946E3BF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FFC42B-BDA7-4D6A-83D7-654B54BE7A5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3249CE-FF6E-4BEB-A6CC-1F40AB82FAB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8960" cy="82281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/>
          <p:cNvSpPr/>
          <p:nvPr/>
        </p:nvSpPr>
        <p:spPr>
          <a:xfrm>
            <a:off x="-50040" y="0"/>
            <a:ext cx="14628960" cy="82371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Team Members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8960" cy="2805840"/>
          </a:xfrm>
          <a:prstGeom prst="rect">
            <a:avLst/>
          </a:prstGeom>
          <a:ln w="0">
            <a:noFill/>
          </a:ln>
        </p:spPr>
      </p:pic>
      <p:pic>
        <p:nvPicPr>
          <p:cNvPr id="11" name="Image 2" descr="preencoded.png"/>
          <p:cNvPicPr/>
          <p:nvPr/>
        </p:nvPicPr>
        <p:blipFill>
          <a:blip r:embed="rId3"/>
          <a:stretch/>
        </p:blipFill>
        <p:spPr>
          <a:xfrm>
            <a:off x="584640" y="5956920"/>
            <a:ext cx="12983040" cy="35280"/>
          </a:xfrm>
          <a:prstGeom prst="rect">
            <a:avLst/>
          </a:prstGeom>
          <a:ln w="0">
            <a:noFill/>
          </a:ln>
        </p:spPr>
      </p:pic>
      <p:sp>
        <p:nvSpPr>
          <p:cNvPr id="12" name="Text 2"/>
          <p:cNvSpPr/>
          <p:nvPr/>
        </p:nvSpPr>
        <p:spPr>
          <a:xfrm>
            <a:off x="540000" y="3060000"/>
            <a:ext cx="13275000" cy="27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8011"/>
              </a:lnSpc>
              <a:tabLst>
                <a:tab algn="l" pos="0"/>
              </a:tabLst>
            </a:pPr>
            <a:r>
              <a:rPr b="0" lang="en-US" sz="6410" spc="-1" strike="noStrike">
                <a:solidFill>
                  <a:srgbClr val="9ab7d9"/>
                </a:solidFill>
                <a:latin typeface="思源宋体-思源宋体-Bold"/>
                <a:ea typeface="思源宋体-思源宋体-Bold"/>
              </a:rPr>
              <a:t>Cross-Platform Live Video Streaming:From x86 Webcam to Raspberry Pi OLED</a:t>
            </a:r>
            <a:endParaRPr b="0" lang="en-IN" sz="64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0080000" y="6300000"/>
            <a:ext cx="3418920" cy="14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b4c7dc"/>
                </a:solidFill>
                <a:latin typeface="Arial"/>
              </a:rPr>
              <a:t>Team Members 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b4c7dc"/>
                </a:solidFill>
                <a:latin typeface="Arial"/>
              </a:rPr>
              <a:t>1.Mamta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3200" spc="-1" strike="noStrike">
                <a:solidFill>
                  <a:srgbClr val="b4c7dc"/>
                </a:solidFill>
                <a:latin typeface="Arial"/>
              </a:rPr>
              <a:t>2.Sunny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360" y="-8640"/>
            <a:ext cx="14628960" cy="8237160"/>
          </a:xfrm>
          <a:prstGeom prst="rect">
            <a:avLst/>
          </a:prstGeom>
          <a:ln w="0">
            <a:noFill/>
          </a:ln>
        </p:spPr>
      </p:pic>
      <p:pic>
        <p:nvPicPr>
          <p:cNvPr id="15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28960" cy="2805840"/>
          </a:xfrm>
          <a:prstGeom prst="rect">
            <a:avLst/>
          </a:prstGeom>
          <a:ln w="0">
            <a:noFill/>
          </a:ln>
        </p:spPr>
      </p:pic>
      <p:sp>
        <p:nvSpPr>
          <p:cNvPr id="16" name="Text 0"/>
          <p:cNvSpPr/>
          <p:nvPr/>
        </p:nvSpPr>
        <p:spPr>
          <a:xfrm>
            <a:off x="831960" y="4325040"/>
            <a:ext cx="12983040" cy="73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ts val="5800"/>
              </a:lnSpc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831960" y="5321880"/>
            <a:ext cx="12983040" cy="113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ts val="2971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3e5f1"/>
                </a:solidFill>
                <a:latin typeface="思源宋体-思源宋体-SemiBold"/>
                <a:ea typeface="思源宋体-思源宋体-SemiBold"/>
              </a:rPr>
              <a:t>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60" y="3780000"/>
            <a:ext cx="14793120" cy="31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4000" spc="-1" strike="noStrike">
                <a:solidFill>
                  <a:srgbClr val="b4c7dc"/>
                </a:solidFill>
                <a:latin typeface="Arial"/>
              </a:rPr>
              <a:t>Problem Statement: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IN" sz="2800" spc="-1" strike="noStrike">
                <a:solidFill>
                  <a:srgbClr val="b4c7dc"/>
                </a:solidFill>
                <a:latin typeface="Arial"/>
              </a:rPr>
              <a:t>I</a:t>
            </a:r>
            <a:r>
              <a:rPr b="0" lang="en-IN" sz="2600" spc="-1" strike="noStrike">
                <a:solidFill>
                  <a:srgbClr val="b4c7dc"/>
                </a:solidFill>
                <a:latin typeface="Arial"/>
              </a:rPr>
              <a:t>n industrial, IoT, or robotic applications, real-time monitoring often requires live video on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IN" sz="2600" spc="-1" strike="noStrike">
                <a:solidFill>
                  <a:srgbClr val="b4c7dc"/>
                </a:solidFill>
                <a:latin typeface="Arial"/>
              </a:rPr>
              <a:t>compact displays. Standard monitors are impractical due to space, cost, or bandwidth limits.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IN" sz="2600" spc="-1" strike="noStrike">
                <a:solidFill>
                  <a:srgbClr val="b4c7dc"/>
                </a:solidFill>
                <a:latin typeface="Arial"/>
              </a:rPr>
              <a:t>This project enables low-bandwidth live video streaming from an x86 system to a Raspberry 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b="0" lang="en-IN" sz="2600" spc="-1" strike="noStrike">
                <a:solidFill>
                  <a:srgbClr val="b4c7dc"/>
                </a:solidFill>
                <a:latin typeface="Arial"/>
              </a:rPr>
              <a:t>Pi OLED, providing instant visual feedback in constrained environments.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45000" y="0"/>
            <a:ext cx="14784840" cy="822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2025-08-18T10:20:47Z</dcterms:created>
  <dc:creator>PptxGenJS</dc:creator>
  <dc:description/>
  <dc:language>en-IN</dc:language>
  <cp:lastModifiedBy/>
  <dcterms:modified xsi:type="dcterms:W3CDTF">2025-08-25T12:32:34Z</dcterms:modified>
  <cp:revision>8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