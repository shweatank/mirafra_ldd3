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jpeg" ContentType="image/jpeg"/>
  <Override PartName="/ppt/media/image5.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23.xml"/><Relationship Id="rId42" Type="http://schemas.openxmlformats.org/officeDocument/2006/relationships/slide" Target="slides/slide24.xml"/><Relationship Id="rId4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6" name="PlaceHolder 2"/>
          <p:cNvSpPr>
            <a:spLocks noGrp="1"/>
          </p:cNvSpPr>
          <p:nvPr>
            <p:ph type="subTitle"/>
          </p:nvPr>
        </p:nvSpPr>
        <p:spPr>
          <a:xfrm>
            <a:off x="1119960" y="1825560"/>
            <a:ext cx="10233360" cy="4350960"/>
          </a:xfrm>
          <a:prstGeom prst="rect">
            <a:avLst/>
          </a:prstGeom>
          <a:noFill/>
          <a:ln w="0">
            <a:noFill/>
          </a:ln>
        </p:spPr>
        <p:txBody>
          <a:bodyPr lIns="0" rIns="0" tIns="0" bIns="0" anchor="ctr">
            <a:noAutofit/>
          </a:bodyPr>
          <a:p>
            <a:pPr indent="0" algn="ctr">
              <a:buNone/>
            </a:pPr>
            <a:endParaRPr b="0" lang="en-IN" sz="3200" spc="-1" strike="noStrike">
              <a:solidFill>
                <a:srgbClr val="ffffff"/>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CFF8689-0AED-4C8A-A0E2-C9437B23706A}"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21BE6D7-1B56-4EEC-B6AE-3DE0621E2FBB}"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06DBAA86-FBC5-4CC5-A0CE-D1090EB2D235}"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756F4246-47A1-4AEB-9109-CFC8635E90B0}" type="slidenum">
              <a:t>&lt;#&gt;</a:t>
            </a:fld>
          </a:p>
        </p:txBody>
      </p:sp>
      <p:sp>
        <p:nvSpPr>
          <p:cNvPr id="4" name="PlaceHolder 3"/>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E9AE42FE-E583-49CE-892F-CF413F17F6AA}"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64908519-EEF5-450C-A75D-9D6B702C6DAA}" type="slidenum">
              <a:t>&lt;#&gt;</a:t>
            </a:fld>
          </a:p>
        </p:txBody>
      </p:sp>
      <p:sp>
        <p:nvSpPr>
          <p:cNvPr id="4" name="PlaceHolder 3"/>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3486BDE-FD3B-4E9B-94B1-47B710906EC5}"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B903C114-A097-450F-B287-736D56AD2688}" type="slidenum">
              <a:t>&lt;#&gt;</a:t>
            </a:fld>
          </a:p>
        </p:txBody>
      </p:sp>
      <p:sp>
        <p:nvSpPr>
          <p:cNvPr id="4" name="PlaceHolder 3"/>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1FAD9B47-28C4-4EB1-B31B-46CCD0EC9D90}" type="slidenum">
              <a:t>&lt;#&gt;</a:t>
            </a:fld>
          </a:p>
        </p:txBody>
      </p:sp>
      <p:sp>
        <p:nvSpPr>
          <p:cNvPr id="4" name="PlaceHolder 3"/>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70" name="PlaceHolder 2"/>
          <p:cNvSpPr>
            <a:spLocks noGrp="1"/>
          </p:cNvSpPr>
          <p:nvPr>
            <p:ph/>
          </p:nvPr>
        </p:nvSpPr>
        <p:spPr>
          <a:xfrm>
            <a:off x="1119960" y="1825560"/>
            <a:ext cx="1023336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lumMod val="93000"/>
                </a:schemeClr>
              </a:solidFill>
              <a:latin typeface="Corbel"/>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B45F4E04-A680-496A-AFCF-2041BAACA786}" type="slidenum">
              <a:t>&lt;#&gt;</a:t>
            </a:fld>
          </a:p>
        </p:txBody>
      </p:sp>
      <p:sp>
        <p:nvSpPr>
          <p:cNvPr id="6" name="PlaceHolder 5"/>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6897C5EB-9DE2-401F-AC86-C7A408BBFEB4}" type="slidenum">
              <a:t>&lt;#&gt;</a:t>
            </a:fld>
          </a:p>
        </p:txBody>
      </p:sp>
      <p:sp>
        <p:nvSpPr>
          <p:cNvPr id="4" name="PlaceHolder 3"/>
          <p:cNvSpPr>
            <a:spLocks noGrp="1"/>
          </p:cNvSpPr>
          <p:nvPr>
            <p:ph type="dt" idx="3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82" name="PlaceHolder 2"/>
          <p:cNvSpPr>
            <a:spLocks noGrp="1"/>
          </p:cNvSpPr>
          <p:nvPr>
            <p:ph/>
          </p:nvPr>
        </p:nvSpPr>
        <p:spPr>
          <a:xfrm>
            <a:off x="1119960" y="1825560"/>
            <a:ext cx="499356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lumMod val="93000"/>
                </a:schemeClr>
              </a:solidFill>
              <a:latin typeface="Corbel"/>
            </a:endParaRPr>
          </a:p>
        </p:txBody>
      </p:sp>
      <p:sp>
        <p:nvSpPr>
          <p:cNvPr id="83" name="PlaceHolder 3"/>
          <p:cNvSpPr>
            <a:spLocks noGrp="1"/>
          </p:cNvSpPr>
          <p:nvPr>
            <p:ph/>
          </p:nvPr>
        </p:nvSpPr>
        <p:spPr>
          <a:xfrm>
            <a:off x="6363720" y="1825560"/>
            <a:ext cx="499356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lumMod val="93000"/>
                </a:schemeClr>
              </a:solidFill>
              <a:latin typeface="Corbel"/>
            </a:endParaRPr>
          </a:p>
        </p:txBody>
      </p:sp>
      <p:sp>
        <p:nvSpPr>
          <p:cNvPr id="5" name="PlaceHolder 4"/>
          <p:cNvSpPr>
            <a:spLocks noGrp="1"/>
          </p:cNvSpPr>
          <p:nvPr>
            <p:ph type="ftr" idx="35"/>
          </p:nvPr>
        </p:nvSpPr>
        <p:spPr/>
        <p:txBody>
          <a:bodyPr/>
          <a:p>
            <a:r>
              <a:t>Footer</a:t>
            </a:r>
          </a:p>
        </p:txBody>
      </p:sp>
      <p:sp>
        <p:nvSpPr>
          <p:cNvPr id="6" name="PlaceHolder 5"/>
          <p:cNvSpPr>
            <a:spLocks noGrp="1"/>
          </p:cNvSpPr>
          <p:nvPr>
            <p:ph type="sldNum" idx="36"/>
          </p:nvPr>
        </p:nvSpPr>
        <p:spPr/>
        <p:txBody>
          <a:bodyPr/>
          <a:p>
            <a:fld id="{92D56460-C5AE-4164-AE8D-D5CD99797511}" type="slidenum">
              <a:t>&lt;#&gt;</a:t>
            </a:fld>
          </a:p>
        </p:txBody>
      </p:sp>
      <p:sp>
        <p:nvSpPr>
          <p:cNvPr id="7" name="PlaceHolder 6"/>
          <p:cNvSpPr>
            <a:spLocks noGrp="1"/>
          </p:cNvSpPr>
          <p:nvPr>
            <p:ph type="dt" idx="34"/>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9B7C5C22-A526-4AB3-9E8A-6D56B4AAFBA0}" type="slidenum">
              <a:t>&lt;#&gt;</a:t>
            </a:fld>
          </a:p>
        </p:txBody>
      </p:sp>
      <p:sp>
        <p:nvSpPr>
          <p:cNvPr id="4" name="PlaceHolder 3"/>
          <p:cNvSpPr>
            <a:spLocks noGrp="1"/>
          </p:cNvSpPr>
          <p:nvPr>
            <p:ph type="dt" idx="37"/>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3" name="PlaceHolder 2"/>
          <p:cNvSpPr>
            <a:spLocks noGrp="1"/>
          </p:cNvSpPr>
          <p:nvPr>
            <p:ph type="ftr" idx="41"/>
          </p:nvPr>
        </p:nvSpPr>
        <p:spPr/>
        <p:txBody>
          <a:bodyPr/>
          <a:p>
            <a:r>
              <a:t>Footer</a:t>
            </a:r>
          </a:p>
        </p:txBody>
      </p:sp>
      <p:sp>
        <p:nvSpPr>
          <p:cNvPr id="4" name="PlaceHolder 3"/>
          <p:cNvSpPr>
            <a:spLocks noGrp="1"/>
          </p:cNvSpPr>
          <p:nvPr>
            <p:ph type="sldNum" idx="42"/>
          </p:nvPr>
        </p:nvSpPr>
        <p:spPr/>
        <p:txBody>
          <a:bodyPr/>
          <a:p>
            <a:fld id="{E3C8FA8B-4F45-47B3-AE42-EC899F27DECA}" type="slidenum">
              <a:t>&lt;#&gt;</a:t>
            </a:fld>
          </a:p>
        </p:txBody>
      </p:sp>
      <p:sp>
        <p:nvSpPr>
          <p:cNvPr id="5" name="PlaceHolder 4"/>
          <p:cNvSpPr>
            <a:spLocks noGrp="1"/>
          </p:cNvSpPr>
          <p:nvPr>
            <p:ph type="dt" idx="40"/>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085958F8-F891-46E0-AE88-90D9AE68B6E1}" type="slidenum">
              <a:t>&lt;#&gt;</a:t>
            </a:fld>
          </a:p>
        </p:txBody>
      </p:sp>
      <p:sp>
        <p:nvSpPr>
          <p:cNvPr id="4" name="PlaceHolder 3"/>
          <p:cNvSpPr>
            <a:spLocks noGrp="1"/>
          </p:cNvSpPr>
          <p:nvPr>
            <p:ph type="dt" idx="43"/>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6C13B4E4-081C-405F-9941-07725ECC3178}" type="slidenum">
              <a:t>&lt;#&gt;</a:t>
            </a:fld>
          </a:p>
        </p:txBody>
      </p:sp>
      <p:sp>
        <p:nvSpPr>
          <p:cNvPr id="4" name="PlaceHolder 3"/>
          <p:cNvSpPr>
            <a:spLocks noGrp="1"/>
          </p:cNvSpPr>
          <p:nvPr>
            <p:ph type="dt" idx="46"/>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p>
            <a:r>
              <a:t>Footer</a:t>
            </a:r>
          </a:p>
        </p:txBody>
      </p:sp>
      <p:sp>
        <p:nvSpPr>
          <p:cNvPr id="3" name="PlaceHolder 2"/>
          <p:cNvSpPr>
            <a:spLocks noGrp="1"/>
          </p:cNvSpPr>
          <p:nvPr>
            <p:ph type="sldNum" idx="51"/>
          </p:nvPr>
        </p:nvSpPr>
        <p:spPr/>
        <p:txBody>
          <a:bodyPr/>
          <a:p>
            <a:fld id="{5BE9F66C-CCB9-436B-9A8D-17336CE9BE3B}" type="slidenum">
              <a:t>&lt;#&gt;</a:t>
            </a:fld>
          </a:p>
        </p:txBody>
      </p:sp>
      <p:sp>
        <p:nvSpPr>
          <p:cNvPr id="4" name="PlaceHolder 3"/>
          <p:cNvSpPr>
            <a:spLocks noGrp="1"/>
          </p:cNvSpPr>
          <p:nvPr>
            <p:ph type="dt" idx="49"/>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209680" y="4464000"/>
            <a:ext cx="9143640" cy="1641240"/>
          </a:xfrm>
          <a:prstGeom prst="rect">
            <a:avLst/>
          </a:prstGeom>
          <a:noFill/>
          <a:ln w="0">
            <a:noFill/>
          </a:ln>
        </p:spPr>
        <p:txBody>
          <a:bodyPr lIns="91440" rIns="91440" tIns="45720" bIns="45720" anchor="t">
            <a:normAutofit fontScale="62389" lnSpcReduction="10000"/>
          </a:bodyPr>
          <a:p>
            <a:pPr indent="0" algn="r" defTabSz="914400">
              <a:lnSpc>
                <a:spcPct val="90000"/>
              </a:lnSpc>
              <a:buNone/>
            </a:pPr>
            <a:r>
              <a:rPr b="0" lang="en-US" sz="9600" spc="-301" strike="noStrike">
                <a:solidFill>
                  <a:srgbClr val="ffffff"/>
                </a:solidFill>
                <a:latin typeface="Corbel"/>
              </a:rPr>
              <a:t>C</a:t>
            </a:r>
            <a:r>
              <a:rPr b="0" lang="en-US" sz="9600" spc="-301" strike="noStrike">
                <a:solidFill>
                  <a:srgbClr val="ffffff"/>
                </a:solidFill>
                <a:latin typeface="Corbel"/>
              </a:rPr>
              <a:t>li</a:t>
            </a:r>
            <a:r>
              <a:rPr b="0" lang="en-US" sz="9600" spc="-301" strike="noStrike">
                <a:solidFill>
                  <a:srgbClr val="ffffff"/>
                </a:solidFill>
                <a:latin typeface="Corbel"/>
              </a:rPr>
              <a:t>c</a:t>
            </a:r>
            <a:r>
              <a:rPr b="0" lang="en-US" sz="9600" spc="-301" strike="noStrike">
                <a:solidFill>
                  <a:srgbClr val="ffffff"/>
                </a:solidFill>
                <a:latin typeface="Corbel"/>
              </a:rPr>
              <a:t>k </a:t>
            </a:r>
            <a:r>
              <a:rPr b="0" lang="en-US" sz="9600" spc="-301" strike="noStrike">
                <a:solidFill>
                  <a:srgbClr val="ffffff"/>
                </a:solidFill>
                <a:latin typeface="Corbel"/>
              </a:rPr>
              <a:t>t</a:t>
            </a:r>
            <a:r>
              <a:rPr b="0" lang="en-US" sz="9600" spc="-301" strike="noStrike">
                <a:solidFill>
                  <a:srgbClr val="ffffff"/>
                </a:solidFill>
                <a:latin typeface="Corbel"/>
              </a:rPr>
              <a:t>o </a:t>
            </a:r>
            <a:r>
              <a:rPr b="0" lang="en-US" sz="9600" spc="-301" strike="noStrike">
                <a:solidFill>
                  <a:srgbClr val="ffffff"/>
                </a:solidFill>
                <a:latin typeface="Corbel"/>
              </a:rPr>
              <a:t>e</a:t>
            </a:r>
            <a:r>
              <a:rPr b="0" lang="en-US" sz="9600" spc="-301" strike="noStrike">
                <a:solidFill>
                  <a:srgbClr val="ffffff"/>
                </a:solidFill>
                <a:latin typeface="Corbel"/>
              </a:rPr>
              <a:t>d</a:t>
            </a:r>
            <a:r>
              <a:rPr b="0" lang="en-US" sz="9600" spc="-301" strike="noStrike">
                <a:solidFill>
                  <a:srgbClr val="ffffff"/>
                </a:solidFill>
                <a:latin typeface="Corbel"/>
              </a:rPr>
              <a:t>it </a:t>
            </a:r>
            <a:r>
              <a:rPr b="0" lang="en-US" sz="9600" spc="-301" strike="noStrike">
                <a:solidFill>
                  <a:srgbClr val="ffffff"/>
                </a:solidFill>
                <a:latin typeface="Corbel"/>
              </a:rPr>
              <a:t>M</a:t>
            </a:r>
            <a:r>
              <a:rPr b="0" lang="en-US" sz="9600" spc="-301" strike="noStrike">
                <a:solidFill>
                  <a:srgbClr val="ffffff"/>
                </a:solidFill>
                <a:latin typeface="Corbel"/>
              </a:rPr>
              <a:t>a</a:t>
            </a:r>
            <a:r>
              <a:rPr b="0" lang="en-US" sz="9600" spc="-301" strike="noStrike">
                <a:solidFill>
                  <a:srgbClr val="ffffff"/>
                </a:solidFill>
                <a:latin typeface="Corbel"/>
              </a:rPr>
              <a:t>s</a:t>
            </a:r>
            <a:r>
              <a:rPr b="0" lang="en-US" sz="9600" spc="-301" strike="noStrike">
                <a:solidFill>
                  <a:srgbClr val="ffffff"/>
                </a:solidFill>
                <a:latin typeface="Corbel"/>
              </a:rPr>
              <a:t>t</a:t>
            </a:r>
            <a:r>
              <a:rPr b="0" lang="en-US" sz="9600" spc="-301" strike="noStrike">
                <a:solidFill>
                  <a:srgbClr val="ffffff"/>
                </a:solidFill>
                <a:latin typeface="Corbel"/>
              </a:rPr>
              <a:t>e</a:t>
            </a:r>
            <a:r>
              <a:rPr b="0" lang="en-US" sz="9600" spc="-301" strike="noStrike">
                <a:solidFill>
                  <a:srgbClr val="ffffff"/>
                </a:solidFill>
                <a:latin typeface="Corbel"/>
              </a:rPr>
              <a:t>r </a:t>
            </a:r>
            <a:r>
              <a:rPr b="0" lang="en-US" sz="9600" spc="-301" strike="noStrike">
                <a:solidFill>
                  <a:srgbClr val="ffffff"/>
                </a:solidFill>
                <a:latin typeface="Corbel"/>
              </a:rPr>
              <a:t>ti</a:t>
            </a:r>
            <a:r>
              <a:rPr b="0" lang="en-US" sz="9600" spc="-301" strike="noStrike">
                <a:solidFill>
                  <a:srgbClr val="ffffff"/>
                </a:solidFill>
                <a:latin typeface="Corbel"/>
              </a:rPr>
              <a:t>tl</a:t>
            </a:r>
            <a:r>
              <a:rPr b="0" lang="en-US" sz="9600" spc="-301" strike="noStrike">
                <a:solidFill>
                  <a:srgbClr val="ffffff"/>
                </a:solidFill>
                <a:latin typeface="Corbel"/>
              </a:rPr>
              <a:t>e </a:t>
            </a:r>
            <a:r>
              <a:rPr b="0" lang="en-US" sz="9600" spc="-301" strike="noStrike">
                <a:solidFill>
                  <a:srgbClr val="ffffff"/>
                </a:solidFill>
                <a:latin typeface="Corbel"/>
              </a:rPr>
              <a:t>s</a:t>
            </a:r>
            <a:r>
              <a:rPr b="0" lang="en-US" sz="9600" spc="-301" strike="noStrike">
                <a:solidFill>
                  <a:srgbClr val="ffffff"/>
                </a:solidFill>
                <a:latin typeface="Corbel"/>
              </a:rPr>
              <a:t>t</a:t>
            </a:r>
            <a:r>
              <a:rPr b="0" lang="en-US" sz="9600" spc="-301" strike="noStrike">
                <a:solidFill>
                  <a:srgbClr val="ffffff"/>
                </a:solidFill>
                <a:latin typeface="Corbel"/>
              </a:rPr>
              <a:t>yl</a:t>
            </a:r>
            <a:r>
              <a:rPr b="0" lang="en-US" sz="9600" spc="-301" strike="noStrike">
                <a:solidFill>
                  <a:srgbClr val="ffffff"/>
                </a:solidFill>
                <a:latin typeface="Corbel"/>
              </a:rPr>
              <a:t>e</a:t>
            </a:r>
            <a:endParaRPr b="0" lang="en-US" sz="9600" spc="-1" strike="noStrike">
              <a:solidFill>
                <a:schemeClr val="dk1"/>
              </a:solidFill>
              <a:latin typeface="Corbel"/>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9D8D7371-4FC8-4AEA-AB5E-1508FC5375E2}"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dk1">
                    <a:lumMod val="93000"/>
                  </a:schemeClr>
                </a:solidFill>
                <a:latin typeface="Corbel"/>
              </a:rPr>
              <a:t>Click to edit the outline text format</a:t>
            </a:r>
            <a:endParaRPr b="0" lang="en-US" sz="2800" spc="-1" strike="noStrike">
              <a:solidFill>
                <a:schemeClr val="dk1">
                  <a:lumMod val="93000"/>
                </a:schemeClr>
              </a:solidFill>
              <a:latin typeface="Corbel"/>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dk1">
                    <a:lumMod val="93000"/>
                  </a:schemeClr>
                </a:solidFill>
                <a:latin typeface="Corbel"/>
              </a:rPr>
              <a:t>Second Outline Level</a:t>
            </a:r>
            <a:endParaRPr b="0" lang="en-US" sz="2000" spc="-1" strike="noStrike">
              <a:solidFill>
                <a:schemeClr val="dk1">
                  <a:lumMod val="93000"/>
                </a:schemeClr>
              </a:solidFill>
              <a:latin typeface="Corbel"/>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lumMod val="93000"/>
                  </a:schemeClr>
                </a:solidFill>
                <a:latin typeface="Corbel"/>
              </a:rPr>
              <a:t>Third Outline Level</a:t>
            </a:r>
            <a:endParaRPr b="0" lang="en-US" sz="1800" spc="-1" strike="noStrike">
              <a:solidFill>
                <a:schemeClr val="dk1">
                  <a:lumMod val="93000"/>
                </a:schemeClr>
              </a:solidFill>
              <a:latin typeface="Corbel"/>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lumMod val="93000"/>
                  </a:schemeClr>
                </a:solidFill>
                <a:latin typeface="Corbel"/>
              </a:rPr>
              <a:t>Fourth Outline Level</a:t>
            </a:r>
            <a:endParaRPr b="0" lang="en-US" sz="1800" spc="-1" strike="noStrike">
              <a:solidFill>
                <a:schemeClr val="dk1">
                  <a:lumMod val="93000"/>
                </a:schemeClr>
              </a:solidFill>
              <a:latin typeface="Corbel"/>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lumMod val="93000"/>
                  </a:schemeClr>
                </a:solidFill>
                <a:latin typeface="Corbel"/>
              </a:rPr>
              <a:t>Fifth Outline Level</a:t>
            </a:r>
            <a:endParaRPr b="0" lang="en-US" sz="2000" spc="-1" strike="noStrike">
              <a:solidFill>
                <a:schemeClr val="dk1">
                  <a:lumMod val="93000"/>
                </a:schemeClr>
              </a:solidFill>
              <a:latin typeface="Corbel"/>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lumMod val="93000"/>
                  </a:schemeClr>
                </a:solidFill>
                <a:latin typeface="Corbel"/>
              </a:rPr>
              <a:t>Sixth Outline Level</a:t>
            </a:r>
            <a:endParaRPr b="0" lang="en-US" sz="2000" spc="-1" strike="noStrike">
              <a:solidFill>
                <a:schemeClr val="dk1">
                  <a:lumMod val="93000"/>
                </a:schemeClr>
              </a:solidFill>
              <a:latin typeface="Corbel"/>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lumMod val="93000"/>
                  </a:schemeClr>
                </a:solidFill>
                <a:latin typeface="Corbel"/>
              </a:rPr>
              <a:t>Seventh Outline Level</a:t>
            </a:r>
            <a:endParaRPr b="0" lang="en-US" sz="2000" spc="-1" strike="noStrike">
              <a:solidFill>
                <a:schemeClr val="dk1">
                  <a:lumMod val="93000"/>
                </a:schemeClr>
              </a:solidFill>
              <a:latin typeface="Corbe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367160"/>
            <a:ext cx="10515240" cy="81900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rgbClr val="ffffff"/>
                </a:solidFill>
                <a:latin typeface="Corbel"/>
              </a:rPr>
              <a:t>Cli</a:t>
            </a:r>
            <a:r>
              <a:rPr b="0" lang="en-US" sz="3200" spc="-1" strike="noStrike">
                <a:solidFill>
                  <a:srgbClr val="ffffff"/>
                </a:solidFill>
                <a:latin typeface="Corbel"/>
              </a:rPr>
              <a:t>ck </a:t>
            </a:r>
            <a:r>
              <a:rPr b="0" lang="en-US" sz="3200" spc="-1" strike="noStrike">
                <a:solidFill>
                  <a:srgbClr val="ffffff"/>
                </a:solidFill>
                <a:latin typeface="Corbel"/>
              </a:rPr>
              <a:t>to </a:t>
            </a:r>
            <a:r>
              <a:rPr b="0" lang="en-US" sz="3200" spc="-1" strike="noStrike">
                <a:solidFill>
                  <a:srgbClr val="ffffff"/>
                </a:solidFill>
                <a:latin typeface="Corbel"/>
              </a:rPr>
              <a:t>edi</a:t>
            </a:r>
            <a:r>
              <a:rPr b="0" lang="en-US" sz="3200" spc="-1" strike="noStrike">
                <a:solidFill>
                  <a:srgbClr val="ffffff"/>
                </a:solidFill>
                <a:latin typeface="Corbel"/>
              </a:rPr>
              <a:t>t </a:t>
            </a:r>
            <a:r>
              <a:rPr b="0" lang="en-US" sz="3200" spc="-1" strike="noStrike">
                <a:solidFill>
                  <a:srgbClr val="ffffff"/>
                </a:solidFill>
                <a:latin typeface="Corbel"/>
              </a:rPr>
              <a:t>Ma</a:t>
            </a:r>
            <a:r>
              <a:rPr b="0" lang="en-US" sz="3200" spc="-1" strike="noStrike">
                <a:solidFill>
                  <a:srgbClr val="ffffff"/>
                </a:solidFill>
                <a:latin typeface="Corbel"/>
              </a:rPr>
              <a:t>ste</a:t>
            </a:r>
            <a:r>
              <a:rPr b="0" lang="en-US" sz="3200" spc="-1" strike="noStrike">
                <a:solidFill>
                  <a:srgbClr val="ffffff"/>
                </a:solidFill>
                <a:latin typeface="Corbel"/>
              </a:rPr>
              <a:t>r </a:t>
            </a:r>
            <a:r>
              <a:rPr b="0" lang="en-US" sz="3200" spc="-1" strike="noStrike">
                <a:solidFill>
                  <a:srgbClr val="ffffff"/>
                </a:solidFill>
                <a:latin typeface="Corbel"/>
              </a:rPr>
              <a:t>titl</a:t>
            </a:r>
            <a:r>
              <a:rPr b="0" lang="en-US" sz="3200" spc="-1" strike="noStrike">
                <a:solidFill>
                  <a:srgbClr val="ffffff"/>
                </a:solidFill>
                <a:latin typeface="Corbel"/>
              </a:rPr>
              <a:t>e </a:t>
            </a:r>
            <a:r>
              <a:rPr b="0" lang="en-US" sz="3200" spc="-1" strike="noStrike">
                <a:solidFill>
                  <a:srgbClr val="ffffff"/>
                </a:solidFill>
                <a:latin typeface="Corbel"/>
              </a:rPr>
              <a:t>sty</a:t>
            </a:r>
            <a:r>
              <a:rPr b="0" lang="en-US" sz="3200" spc="-1" strike="noStrike">
                <a:solidFill>
                  <a:srgbClr val="ffffff"/>
                </a:solidFill>
                <a:latin typeface="Corbel"/>
              </a:rPr>
              <a:t>le</a:t>
            </a:r>
            <a:endParaRPr b="0" lang="en-US" sz="3200" spc="-1" strike="noStrike">
              <a:solidFill>
                <a:schemeClr val="dk1"/>
              </a:solidFill>
              <a:latin typeface="Corbel"/>
            </a:endParaRPr>
          </a:p>
        </p:txBody>
      </p:sp>
      <p:sp>
        <p:nvSpPr>
          <p:cNvPr id="8" name="PlaceHolder 2"/>
          <p:cNvSpPr>
            <a:spLocks noGrp="1"/>
          </p:cNvSpPr>
          <p:nvPr>
            <p:ph type="body"/>
          </p:nvPr>
        </p:nvSpPr>
        <p:spPr>
          <a:xfrm>
            <a:off x="839880" y="987480"/>
            <a:ext cx="10515240" cy="337932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en-US" sz="3200" spc="-1" strike="noStrike">
                <a:solidFill>
                  <a:schemeClr val="dk1"/>
                </a:solidFill>
                <a:latin typeface="Corbel"/>
              </a:rPr>
              <a:t>Click icon to add picture</a:t>
            </a:r>
            <a:endParaRPr b="0" lang="en-US" sz="3200" spc="-1" strike="noStrike">
              <a:solidFill>
                <a:schemeClr val="dk1">
                  <a:lumMod val="93000"/>
                </a:schemeClr>
              </a:solidFill>
              <a:latin typeface="Corbel"/>
            </a:endParaRPr>
          </a:p>
        </p:txBody>
      </p:sp>
      <p:sp>
        <p:nvSpPr>
          <p:cNvPr id="9" name="PlaceHolder 3"/>
          <p:cNvSpPr>
            <a:spLocks noGrp="1"/>
          </p:cNvSpPr>
          <p:nvPr>
            <p:ph type="body"/>
          </p:nvPr>
        </p:nvSpPr>
        <p:spPr>
          <a:xfrm>
            <a:off x="839880" y="5186520"/>
            <a:ext cx="10513800" cy="6822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rgbClr val="ffffff"/>
                </a:solidFill>
                <a:latin typeface="Corbel"/>
              </a:rPr>
              <a:t>Click to edit Master text styles</a:t>
            </a:r>
            <a:endParaRPr b="0" lang="en-US" sz="1600" spc="-1" strike="noStrike">
              <a:solidFill>
                <a:schemeClr val="dk1">
                  <a:lumMod val="93000"/>
                </a:schemeClr>
              </a:solidFill>
              <a:latin typeface="Corbel"/>
            </a:endParaRPr>
          </a:p>
        </p:txBody>
      </p:sp>
      <p:sp>
        <p:nvSpPr>
          <p:cNvPr id="10" name="PlaceHolder 4"/>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11" name="PlaceHolder 5"/>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12" name="PlaceHolder 6"/>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9B2C528F-39C0-4104-859A-5E2D545C6F39}"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9880" y="365040"/>
            <a:ext cx="10515240" cy="3534120"/>
          </a:xfrm>
          <a:prstGeom prst="rect">
            <a:avLst/>
          </a:prstGeom>
          <a:noFill/>
          <a:ln w="0">
            <a:noFill/>
          </a:ln>
        </p:spPr>
        <p:txBody>
          <a:bodyPr lIns="91440" rIns="91440" tIns="45720" bIns="45720" anchor="ctr">
            <a:noAutofit/>
          </a:bodyPr>
          <a:p>
            <a:pPr indent="0" defTabSz="914400">
              <a:lnSpc>
                <a:spcPct val="90000"/>
              </a:lnSpc>
              <a:buNone/>
            </a:pPr>
            <a:r>
              <a:rPr b="0" lang="en-US" sz="3200" spc="-1" strike="noStrike">
                <a:solidFill>
                  <a:srgbClr val="ffffff"/>
                </a:solidFill>
                <a:latin typeface="Corbel"/>
              </a:rPr>
              <a:t>Cli</a:t>
            </a:r>
            <a:r>
              <a:rPr b="0" lang="en-US" sz="3200" spc="-1" strike="noStrike">
                <a:solidFill>
                  <a:srgbClr val="ffffff"/>
                </a:solidFill>
                <a:latin typeface="Corbel"/>
              </a:rPr>
              <a:t>ck </a:t>
            </a:r>
            <a:r>
              <a:rPr b="0" lang="en-US" sz="3200" spc="-1" strike="noStrike">
                <a:solidFill>
                  <a:srgbClr val="ffffff"/>
                </a:solidFill>
                <a:latin typeface="Corbel"/>
              </a:rPr>
              <a:t>to </a:t>
            </a:r>
            <a:r>
              <a:rPr b="0" lang="en-US" sz="3200" spc="-1" strike="noStrike">
                <a:solidFill>
                  <a:srgbClr val="ffffff"/>
                </a:solidFill>
                <a:latin typeface="Corbel"/>
              </a:rPr>
              <a:t>edi</a:t>
            </a:r>
            <a:r>
              <a:rPr b="0" lang="en-US" sz="3200" spc="-1" strike="noStrike">
                <a:solidFill>
                  <a:srgbClr val="ffffff"/>
                </a:solidFill>
                <a:latin typeface="Corbel"/>
              </a:rPr>
              <a:t>t </a:t>
            </a:r>
            <a:r>
              <a:rPr b="0" lang="en-US" sz="3200" spc="-1" strike="noStrike">
                <a:solidFill>
                  <a:srgbClr val="ffffff"/>
                </a:solidFill>
                <a:latin typeface="Corbel"/>
              </a:rPr>
              <a:t>Ma</a:t>
            </a:r>
            <a:r>
              <a:rPr b="0" lang="en-US" sz="3200" spc="-1" strike="noStrike">
                <a:solidFill>
                  <a:srgbClr val="ffffff"/>
                </a:solidFill>
                <a:latin typeface="Corbel"/>
              </a:rPr>
              <a:t>ste</a:t>
            </a:r>
            <a:r>
              <a:rPr b="0" lang="en-US" sz="3200" spc="-1" strike="noStrike">
                <a:solidFill>
                  <a:srgbClr val="ffffff"/>
                </a:solidFill>
                <a:latin typeface="Corbel"/>
              </a:rPr>
              <a:t>r </a:t>
            </a:r>
            <a:r>
              <a:rPr b="0" lang="en-US" sz="3200" spc="-1" strike="noStrike">
                <a:solidFill>
                  <a:srgbClr val="ffffff"/>
                </a:solidFill>
                <a:latin typeface="Corbel"/>
              </a:rPr>
              <a:t>titl</a:t>
            </a:r>
            <a:r>
              <a:rPr b="0" lang="en-US" sz="3200" spc="-1" strike="noStrike">
                <a:solidFill>
                  <a:srgbClr val="ffffff"/>
                </a:solidFill>
                <a:latin typeface="Corbel"/>
              </a:rPr>
              <a:t>e </a:t>
            </a:r>
            <a:r>
              <a:rPr b="0" lang="en-US" sz="3200" spc="-1" strike="noStrike">
                <a:solidFill>
                  <a:srgbClr val="ffffff"/>
                </a:solidFill>
                <a:latin typeface="Corbel"/>
              </a:rPr>
              <a:t>sty</a:t>
            </a:r>
            <a:r>
              <a:rPr b="0" lang="en-US" sz="3200" spc="-1" strike="noStrike">
                <a:solidFill>
                  <a:srgbClr val="ffffff"/>
                </a:solidFill>
                <a:latin typeface="Corbel"/>
              </a:rPr>
              <a:t>le</a:t>
            </a:r>
            <a:endParaRPr b="0" lang="en-US" sz="3200" spc="-1" strike="noStrike">
              <a:solidFill>
                <a:schemeClr val="dk1"/>
              </a:solidFill>
              <a:latin typeface="Corbel"/>
            </a:endParaRPr>
          </a:p>
        </p:txBody>
      </p:sp>
      <p:sp>
        <p:nvSpPr>
          <p:cNvPr id="14" name="PlaceHolder 2"/>
          <p:cNvSpPr>
            <a:spLocks noGrp="1"/>
          </p:cNvSpPr>
          <p:nvPr>
            <p:ph type="body"/>
          </p:nvPr>
        </p:nvSpPr>
        <p:spPr>
          <a:xfrm>
            <a:off x="839880" y="4489560"/>
            <a:ext cx="10513800" cy="150156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b="0" lang="en-US" sz="1600" spc="-1" strike="noStrike">
                <a:solidFill>
                  <a:srgbClr val="ffffff"/>
                </a:solidFill>
                <a:latin typeface="Corbel"/>
              </a:rPr>
              <a:t>Click to edit Master text styles</a:t>
            </a:r>
            <a:endParaRPr b="0" lang="en-US" sz="1600" spc="-1" strike="noStrike">
              <a:solidFill>
                <a:schemeClr val="dk1">
                  <a:lumMod val="93000"/>
                </a:schemeClr>
              </a:solidFill>
              <a:latin typeface="Corbel"/>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6FCA810F-BBDF-4CED-B3AA-5EE182ED6B0B}"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1446120" y="365040"/>
            <a:ext cx="9302400" cy="299268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rgbClr val="ffffff"/>
                </a:solidFill>
                <a:latin typeface="Corbel"/>
              </a:rPr>
              <a:t>Cl</a:t>
            </a:r>
            <a:r>
              <a:rPr b="0" lang="en-US" sz="4400" spc="-1" strike="noStrike">
                <a:solidFill>
                  <a:srgbClr val="ffffff"/>
                </a:solidFill>
                <a:latin typeface="Corbel"/>
              </a:rPr>
              <a:t>ic</a:t>
            </a:r>
            <a:r>
              <a:rPr b="0" lang="en-US" sz="4400" spc="-1" strike="noStrike">
                <a:solidFill>
                  <a:srgbClr val="ffffff"/>
                </a:solidFill>
                <a:latin typeface="Corbel"/>
              </a:rPr>
              <a:t>k </a:t>
            </a:r>
            <a:r>
              <a:rPr b="0" lang="en-US" sz="4400" spc="-1" strike="noStrike">
                <a:solidFill>
                  <a:srgbClr val="ffffff"/>
                </a:solidFill>
                <a:latin typeface="Corbel"/>
              </a:rPr>
              <a:t>to </a:t>
            </a:r>
            <a:r>
              <a:rPr b="0" lang="en-US" sz="4400" spc="-1" strike="noStrike">
                <a:solidFill>
                  <a:srgbClr val="ffffff"/>
                </a:solidFill>
                <a:latin typeface="Corbel"/>
              </a:rPr>
              <a:t>e</a:t>
            </a:r>
            <a:r>
              <a:rPr b="0" lang="en-US" sz="4400" spc="-1" strike="noStrike">
                <a:solidFill>
                  <a:srgbClr val="ffffff"/>
                </a:solidFill>
                <a:latin typeface="Corbel"/>
              </a:rPr>
              <a:t>di</a:t>
            </a:r>
            <a:r>
              <a:rPr b="0" lang="en-US" sz="4400" spc="-1" strike="noStrike">
                <a:solidFill>
                  <a:srgbClr val="ffffff"/>
                </a:solidFill>
                <a:latin typeface="Corbel"/>
              </a:rPr>
              <a:t>t </a:t>
            </a:r>
            <a:r>
              <a:rPr b="0" lang="en-US" sz="4400" spc="-1" strike="noStrike">
                <a:solidFill>
                  <a:srgbClr val="ffffff"/>
                </a:solidFill>
                <a:latin typeface="Corbel"/>
              </a:rPr>
              <a:t>M</a:t>
            </a:r>
            <a:r>
              <a:rPr b="0" lang="en-US" sz="4400" spc="-1" strike="noStrike">
                <a:solidFill>
                  <a:srgbClr val="ffffff"/>
                </a:solidFill>
                <a:latin typeface="Corbel"/>
              </a:rPr>
              <a:t>as</a:t>
            </a:r>
            <a:r>
              <a:rPr b="0" lang="en-US" sz="4400" spc="-1" strike="noStrike">
                <a:solidFill>
                  <a:srgbClr val="ffffff"/>
                </a:solidFill>
                <a:latin typeface="Corbel"/>
              </a:rPr>
              <a:t>te</a:t>
            </a:r>
            <a:r>
              <a:rPr b="0" lang="en-US" sz="4400" spc="-1" strike="noStrike">
                <a:solidFill>
                  <a:srgbClr val="ffffff"/>
                </a:solidFill>
                <a:latin typeface="Corbel"/>
              </a:rPr>
              <a:t>r </a:t>
            </a:r>
            <a:r>
              <a:rPr b="0" lang="en-US" sz="4400" spc="-1" strike="noStrike">
                <a:solidFill>
                  <a:srgbClr val="ffffff"/>
                </a:solidFill>
                <a:latin typeface="Corbel"/>
              </a:rPr>
              <a:t>tit</a:t>
            </a:r>
            <a:r>
              <a:rPr b="0" lang="en-US" sz="4400" spc="-1" strike="noStrike">
                <a:solidFill>
                  <a:srgbClr val="ffffff"/>
                </a:solidFill>
                <a:latin typeface="Corbel"/>
              </a:rPr>
              <a:t>le </a:t>
            </a:r>
            <a:r>
              <a:rPr b="0" lang="en-US" sz="4400" spc="-1" strike="noStrike">
                <a:solidFill>
                  <a:srgbClr val="ffffff"/>
                </a:solidFill>
                <a:latin typeface="Corbel"/>
              </a:rPr>
              <a:t>st</a:t>
            </a:r>
            <a:r>
              <a:rPr b="0" lang="en-US" sz="4400" spc="-1" strike="noStrike">
                <a:solidFill>
                  <a:srgbClr val="ffffff"/>
                </a:solidFill>
                <a:latin typeface="Corbel"/>
              </a:rPr>
              <a:t>yl</a:t>
            </a:r>
            <a:r>
              <a:rPr b="0" lang="en-US" sz="4400" spc="-1" strike="noStrike">
                <a:solidFill>
                  <a:srgbClr val="ffffff"/>
                </a:solidFill>
                <a:latin typeface="Corbel"/>
              </a:rPr>
              <a:t>e</a:t>
            </a:r>
            <a:endParaRPr b="0" lang="en-US" sz="4400" spc="-1" strike="noStrike">
              <a:solidFill>
                <a:schemeClr val="dk1"/>
              </a:solidFill>
              <a:latin typeface="Corbel"/>
            </a:endParaRPr>
          </a:p>
        </p:txBody>
      </p:sp>
      <p:sp>
        <p:nvSpPr>
          <p:cNvPr id="19" name="PlaceHolder 2"/>
          <p:cNvSpPr>
            <a:spLocks noGrp="1"/>
          </p:cNvSpPr>
          <p:nvPr>
            <p:ph type="body"/>
          </p:nvPr>
        </p:nvSpPr>
        <p:spPr>
          <a:xfrm>
            <a:off x="1720800" y="3365640"/>
            <a:ext cx="8751960" cy="5486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20" name="PlaceHolder 3"/>
          <p:cNvSpPr>
            <a:spLocks noGrp="1"/>
          </p:cNvSpPr>
          <p:nvPr>
            <p:ph type="body"/>
          </p:nvPr>
        </p:nvSpPr>
        <p:spPr>
          <a:xfrm>
            <a:off x="838080" y="4501800"/>
            <a:ext cx="10512000" cy="1488960"/>
          </a:xfrm>
          <a:prstGeom prst="rect">
            <a:avLst/>
          </a:prstGeom>
          <a:noFill/>
          <a:ln w="0">
            <a:noFill/>
          </a:ln>
        </p:spPr>
        <p:txBody>
          <a:bodyPr lIns="91440" rIns="91440" tIns="45720" bIns="45720" anchor="ctr">
            <a:normAutofit/>
          </a:bodyPr>
          <a:p>
            <a:pPr indent="0" defTabSz="914400">
              <a:lnSpc>
                <a:spcPct val="90000"/>
              </a:lnSpc>
              <a:spcBef>
                <a:spcPts val="1001"/>
              </a:spcBef>
              <a:buNone/>
              <a:tabLst>
                <a:tab algn="l" pos="0"/>
              </a:tabLst>
            </a:pPr>
            <a:r>
              <a:rPr b="0" lang="en-US" sz="1600" spc="-1" strike="noStrike">
                <a:solidFill>
                  <a:srgbClr val="ffffff"/>
                </a:solidFill>
                <a:latin typeface="Corbel"/>
              </a:rPr>
              <a:t>Click to edit Master text styles</a:t>
            </a:r>
            <a:endParaRPr b="0" lang="en-US" sz="1600" spc="-1" strike="noStrike">
              <a:solidFill>
                <a:schemeClr val="dk1">
                  <a:lumMod val="93000"/>
                </a:schemeClr>
              </a:solidFill>
              <a:latin typeface="Corbel"/>
            </a:endParaRPr>
          </a:p>
        </p:txBody>
      </p:sp>
      <p:sp>
        <p:nvSpPr>
          <p:cNvPr id="21" name="PlaceHolder 4"/>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22" name="PlaceHolder 5"/>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23" name="PlaceHolder 6"/>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BC21D15F-2942-4B34-AE44-5B609932B92D}"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
        <p:nvSpPr>
          <p:cNvPr id="24" name="TextBox 8"/>
          <p:cNvSpPr/>
          <p:nvPr/>
        </p:nvSpPr>
        <p:spPr>
          <a:xfrm>
            <a:off x="1110960" y="78696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cap="all">
                <a:solidFill>
                  <a:schemeClr val="dk1"/>
                </a:solidFill>
                <a:latin typeface="Corbel"/>
              </a:rPr>
              <a:t>“</a:t>
            </a:r>
            <a:endParaRPr b="0" lang="en-IN" sz="8000" spc="-1" strike="noStrike">
              <a:solidFill>
                <a:srgbClr val="ffffff"/>
              </a:solidFill>
              <a:latin typeface="Arial"/>
            </a:endParaRPr>
          </a:p>
        </p:txBody>
      </p:sp>
      <p:sp>
        <p:nvSpPr>
          <p:cNvPr id="25" name="TextBox 9"/>
          <p:cNvSpPr/>
          <p:nvPr/>
        </p:nvSpPr>
        <p:spPr>
          <a:xfrm>
            <a:off x="10437840" y="274320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pc="-1" strike="noStrike" cap="all">
                <a:solidFill>
                  <a:schemeClr val="dk1"/>
                </a:solidFill>
                <a:latin typeface="Corbel"/>
              </a:rPr>
              <a:t>”</a:t>
            </a:r>
            <a:endParaRPr b="0" lang="en-IN" sz="8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9880" y="2327040"/>
            <a:ext cx="10515240" cy="2511360"/>
          </a:xfrm>
          <a:prstGeom prst="rect">
            <a:avLst/>
          </a:prstGeom>
          <a:noFill/>
          <a:ln w="0">
            <a:noFill/>
          </a:ln>
        </p:spPr>
        <p:txBody>
          <a:bodyPr lIns="91440" rIns="91440" tIns="45720" bIns="45720" anchor="b">
            <a:normAutofit/>
          </a:bodyPr>
          <a:p>
            <a:pPr indent="0" defTabSz="914400">
              <a:lnSpc>
                <a:spcPct val="90000"/>
              </a:lnSpc>
              <a:buNone/>
            </a:pPr>
            <a:r>
              <a:rPr b="0" lang="en-US" sz="5400" spc="-1" strike="noStrike">
                <a:solidFill>
                  <a:srgbClr val="ffffff"/>
                </a:solidFill>
                <a:latin typeface="Corbel"/>
              </a:rPr>
              <a:t>Cl</a:t>
            </a:r>
            <a:r>
              <a:rPr b="0" lang="en-US" sz="5400" spc="-1" strike="noStrike">
                <a:solidFill>
                  <a:srgbClr val="ffffff"/>
                </a:solidFill>
                <a:latin typeface="Corbel"/>
              </a:rPr>
              <a:t>ic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di</a:t>
            </a:r>
            <a:r>
              <a:rPr b="0" lang="en-US" sz="5400" spc="-1" strike="noStrike">
                <a:solidFill>
                  <a:srgbClr val="ffffff"/>
                </a:solidFill>
                <a:latin typeface="Corbel"/>
              </a:rPr>
              <a:t>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27" name="PlaceHolder 2"/>
          <p:cNvSpPr>
            <a:spLocks noGrp="1"/>
          </p:cNvSpPr>
          <p:nvPr>
            <p:ph type="body"/>
          </p:nvPr>
        </p:nvSpPr>
        <p:spPr>
          <a:xfrm>
            <a:off x="839880" y="4850640"/>
            <a:ext cx="10513800" cy="11401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rgbClr val="ffffff"/>
                </a:solidFill>
                <a:latin typeface="Corbel"/>
              </a:rPr>
              <a:t>Click to edit Master text styles</a:t>
            </a:r>
            <a:endParaRPr b="0" lang="en-US" sz="1600" spc="-1" strike="noStrike">
              <a:solidFill>
                <a:schemeClr val="dk1">
                  <a:lumMod val="93000"/>
                </a:schemeClr>
              </a:solidFill>
              <a:latin typeface="Corbel"/>
            </a:endParaRPr>
          </a:p>
        </p:txBody>
      </p:sp>
      <p:sp>
        <p:nvSpPr>
          <p:cNvPr id="28"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29"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30"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339932BD-AA9A-4E0D-A40C-D80C44B5D1E6}"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a:t>
            </a:r>
            <a:r>
              <a:rPr b="0" lang="en-US" sz="5400" spc="-1" strike="noStrike">
                <a:solidFill>
                  <a:srgbClr val="ffffff"/>
                </a:solidFill>
                <a:latin typeface="Corbel"/>
              </a:rPr>
              <a:t>ic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di</a:t>
            </a:r>
            <a:r>
              <a:rPr b="0" lang="en-US" sz="5400" spc="-1" strike="noStrike">
                <a:solidFill>
                  <a:srgbClr val="ffffff"/>
                </a:solidFill>
                <a:latin typeface="Corbel"/>
              </a:rPr>
              <a:t>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32" name="PlaceHolder 2"/>
          <p:cNvSpPr>
            <a:spLocks noGrp="1"/>
          </p:cNvSpPr>
          <p:nvPr>
            <p:ph type="body"/>
          </p:nvPr>
        </p:nvSpPr>
        <p:spPr>
          <a:xfrm>
            <a:off x="1337400" y="1886040"/>
            <a:ext cx="294660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33" name="PlaceHolder 3"/>
          <p:cNvSpPr>
            <a:spLocks noGrp="1"/>
          </p:cNvSpPr>
          <p:nvPr>
            <p:ph type="body"/>
          </p:nvPr>
        </p:nvSpPr>
        <p:spPr>
          <a:xfrm>
            <a:off x="1356840" y="2571840"/>
            <a:ext cx="2927160" cy="35888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34" name="PlaceHolder 4"/>
          <p:cNvSpPr>
            <a:spLocks noGrp="1"/>
          </p:cNvSpPr>
          <p:nvPr>
            <p:ph type="body"/>
          </p:nvPr>
        </p:nvSpPr>
        <p:spPr>
          <a:xfrm>
            <a:off x="4587840" y="1886040"/>
            <a:ext cx="293580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35" name="PlaceHolder 5"/>
          <p:cNvSpPr>
            <a:spLocks noGrp="1"/>
          </p:cNvSpPr>
          <p:nvPr>
            <p:ph type="body"/>
          </p:nvPr>
        </p:nvSpPr>
        <p:spPr>
          <a:xfrm>
            <a:off x="4577400" y="2571840"/>
            <a:ext cx="2946600" cy="35888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36" name="PlaceHolder 6"/>
          <p:cNvSpPr>
            <a:spLocks noGrp="1"/>
          </p:cNvSpPr>
          <p:nvPr>
            <p:ph type="body"/>
          </p:nvPr>
        </p:nvSpPr>
        <p:spPr>
          <a:xfrm>
            <a:off x="7828920" y="1886040"/>
            <a:ext cx="293184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37" name="PlaceHolder 7"/>
          <p:cNvSpPr>
            <a:spLocks noGrp="1"/>
          </p:cNvSpPr>
          <p:nvPr>
            <p:ph type="body"/>
          </p:nvPr>
        </p:nvSpPr>
        <p:spPr>
          <a:xfrm>
            <a:off x="7828920" y="2571840"/>
            <a:ext cx="2931840" cy="35888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38" name="PlaceHolder 8"/>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39" name="PlaceHolder 9"/>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40" name="PlaceHolder 10"/>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5C27D44E-D381-41F7-9A66-DBE8AE3409FA}"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a:t>
            </a:r>
            <a:r>
              <a:rPr b="0" lang="en-US" sz="5400" spc="-1" strike="noStrike">
                <a:solidFill>
                  <a:srgbClr val="ffffff"/>
                </a:solidFill>
                <a:latin typeface="Corbel"/>
              </a:rPr>
              <a:t>ic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di</a:t>
            </a:r>
            <a:r>
              <a:rPr b="0" lang="en-US" sz="5400" spc="-1" strike="noStrike">
                <a:solidFill>
                  <a:srgbClr val="ffffff"/>
                </a:solidFill>
                <a:latin typeface="Corbel"/>
              </a:rPr>
              <a:t>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42" name="PlaceHolder 2"/>
          <p:cNvSpPr>
            <a:spLocks noGrp="1"/>
          </p:cNvSpPr>
          <p:nvPr>
            <p:ph type="body"/>
          </p:nvPr>
        </p:nvSpPr>
        <p:spPr>
          <a:xfrm>
            <a:off x="1332000" y="4297680"/>
            <a:ext cx="293976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43" name="PlaceHolder 3"/>
          <p:cNvSpPr>
            <a:spLocks noGrp="1"/>
          </p:cNvSpPr>
          <p:nvPr>
            <p:ph type="body"/>
          </p:nvPr>
        </p:nvSpPr>
        <p:spPr>
          <a:xfrm>
            <a:off x="1332000" y="2256480"/>
            <a:ext cx="2939760" cy="152352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Corbel"/>
              </a:rPr>
              <a:t>Click icon to add picture</a:t>
            </a:r>
            <a:endParaRPr b="0" lang="en-US" sz="1600" spc="-1" strike="noStrike">
              <a:solidFill>
                <a:schemeClr val="dk1">
                  <a:lumMod val="93000"/>
                </a:schemeClr>
              </a:solidFill>
              <a:latin typeface="Corbel"/>
            </a:endParaRPr>
          </a:p>
        </p:txBody>
      </p:sp>
      <p:sp>
        <p:nvSpPr>
          <p:cNvPr id="44" name="PlaceHolder 4"/>
          <p:cNvSpPr>
            <a:spLocks noGrp="1"/>
          </p:cNvSpPr>
          <p:nvPr>
            <p:ph type="body"/>
          </p:nvPr>
        </p:nvSpPr>
        <p:spPr>
          <a:xfrm>
            <a:off x="1332000" y="4873680"/>
            <a:ext cx="2939760" cy="6588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45" name="PlaceHolder 5"/>
          <p:cNvSpPr>
            <a:spLocks noGrp="1"/>
          </p:cNvSpPr>
          <p:nvPr>
            <p:ph type="body"/>
          </p:nvPr>
        </p:nvSpPr>
        <p:spPr>
          <a:xfrm>
            <a:off x="4569120" y="4297680"/>
            <a:ext cx="293004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46" name="PlaceHolder 6"/>
          <p:cNvSpPr>
            <a:spLocks noGrp="1"/>
          </p:cNvSpPr>
          <p:nvPr>
            <p:ph type="body"/>
          </p:nvPr>
        </p:nvSpPr>
        <p:spPr>
          <a:xfrm>
            <a:off x="4569120" y="2256480"/>
            <a:ext cx="2930040" cy="152352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Corbel"/>
              </a:rPr>
              <a:t>Click icon to add picture</a:t>
            </a:r>
            <a:endParaRPr b="0" lang="en-US" sz="1600" spc="-1" strike="noStrike">
              <a:solidFill>
                <a:schemeClr val="dk1">
                  <a:lumMod val="93000"/>
                </a:schemeClr>
              </a:solidFill>
              <a:latin typeface="Corbel"/>
            </a:endParaRPr>
          </a:p>
        </p:txBody>
      </p:sp>
      <p:sp>
        <p:nvSpPr>
          <p:cNvPr id="47" name="PlaceHolder 7"/>
          <p:cNvSpPr>
            <a:spLocks noGrp="1"/>
          </p:cNvSpPr>
          <p:nvPr>
            <p:ph type="body"/>
          </p:nvPr>
        </p:nvSpPr>
        <p:spPr>
          <a:xfrm>
            <a:off x="4567680" y="4873680"/>
            <a:ext cx="2934000" cy="6588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48" name="PlaceHolder 8"/>
          <p:cNvSpPr>
            <a:spLocks noGrp="1"/>
          </p:cNvSpPr>
          <p:nvPr>
            <p:ph type="body"/>
          </p:nvPr>
        </p:nvSpPr>
        <p:spPr>
          <a:xfrm>
            <a:off x="7804440" y="4297680"/>
            <a:ext cx="2931840" cy="57600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49" name="PlaceHolder 9"/>
          <p:cNvSpPr>
            <a:spLocks noGrp="1"/>
          </p:cNvSpPr>
          <p:nvPr>
            <p:ph type="body"/>
          </p:nvPr>
        </p:nvSpPr>
        <p:spPr>
          <a:xfrm>
            <a:off x="7804440" y="2256480"/>
            <a:ext cx="2931840" cy="152352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Corbel"/>
              </a:rPr>
              <a:t>Click icon to add picture</a:t>
            </a:r>
            <a:endParaRPr b="0" lang="en-US" sz="1600" spc="-1" strike="noStrike">
              <a:solidFill>
                <a:schemeClr val="dk1">
                  <a:lumMod val="93000"/>
                </a:schemeClr>
              </a:solidFill>
              <a:latin typeface="Corbel"/>
            </a:endParaRPr>
          </a:p>
        </p:txBody>
      </p:sp>
      <p:sp>
        <p:nvSpPr>
          <p:cNvPr id="50" name="PlaceHolder 10"/>
          <p:cNvSpPr>
            <a:spLocks noGrp="1"/>
          </p:cNvSpPr>
          <p:nvPr>
            <p:ph type="body"/>
          </p:nvPr>
        </p:nvSpPr>
        <p:spPr>
          <a:xfrm>
            <a:off x="7804080" y="4873680"/>
            <a:ext cx="2935800" cy="6588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400" spc="-1" strike="noStrike">
                <a:solidFill>
                  <a:srgbClr val="ffffff"/>
                </a:solidFill>
                <a:latin typeface="Corbel"/>
              </a:rPr>
              <a:t>Click to edit Master text styles</a:t>
            </a:r>
            <a:endParaRPr b="0" lang="en-US" sz="1400" spc="-1" strike="noStrike">
              <a:solidFill>
                <a:schemeClr val="dk1">
                  <a:lumMod val="93000"/>
                </a:schemeClr>
              </a:solidFill>
              <a:latin typeface="Corbel"/>
            </a:endParaRPr>
          </a:p>
        </p:txBody>
      </p:sp>
      <p:sp>
        <p:nvSpPr>
          <p:cNvPr id="51" name="PlaceHolder 11"/>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52" name="PlaceHolder 12"/>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53" name="PlaceHolder 13"/>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895FB5CC-691D-4C82-B5E2-A7B6B730FCC3}"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a:t>
            </a:r>
            <a:r>
              <a:rPr b="0" lang="en-US" sz="5400" spc="-1" strike="noStrike">
                <a:solidFill>
                  <a:srgbClr val="ffffff"/>
                </a:solidFill>
                <a:latin typeface="Corbel"/>
              </a:rPr>
              <a:t>ic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di</a:t>
            </a:r>
            <a:r>
              <a:rPr b="0" lang="en-US" sz="5400" spc="-1" strike="noStrike">
                <a:solidFill>
                  <a:srgbClr val="ffffff"/>
                </a:solidFill>
                <a:latin typeface="Corbel"/>
              </a:rPr>
              <a:t>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55" name="PlaceHolder 2"/>
          <p:cNvSpPr>
            <a:spLocks noGrp="1"/>
          </p:cNvSpPr>
          <p:nvPr>
            <p:ph type="body"/>
          </p:nvPr>
        </p:nvSpPr>
        <p:spPr>
          <a:xfrm>
            <a:off x="1119960" y="1825560"/>
            <a:ext cx="1023336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56" name="PlaceHolder 3"/>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57" name="PlaceHolder 4"/>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58" name="PlaceHolder 5"/>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5A2E9F49-7BC8-48D4-A70F-2432F60A7BC3}"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5400" spc="-1" strike="noStrike">
                <a:solidFill>
                  <a:srgbClr val="ffffff"/>
                </a:solidFill>
                <a:latin typeface="Corbel"/>
              </a:rPr>
              <a:t>C</a:t>
            </a:r>
            <a:r>
              <a:rPr b="0" lang="en-US" sz="5400" spc="-1" strike="noStrike">
                <a:solidFill>
                  <a:srgbClr val="ffffff"/>
                </a:solidFill>
                <a:latin typeface="Corbel"/>
              </a:rPr>
              <a:t>li</a:t>
            </a:r>
            <a:r>
              <a:rPr b="0" lang="en-US" sz="5400" spc="-1" strike="noStrike">
                <a:solidFill>
                  <a:srgbClr val="ffffff"/>
                </a:solidFill>
                <a:latin typeface="Corbel"/>
              </a:rPr>
              <a:t>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a:t>
            </a:r>
            <a:r>
              <a:rPr b="0" lang="en-US" sz="5400" spc="-1" strike="noStrike">
                <a:solidFill>
                  <a:srgbClr val="ffffff"/>
                </a:solidFill>
                <a:latin typeface="Corbel"/>
              </a:rPr>
              <a:t>it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a:t>
            </a:r>
            <a:r>
              <a:rPr b="0" lang="en-US" sz="5400" spc="-1" strike="noStrike">
                <a:solidFill>
                  <a:srgbClr val="ffffff"/>
                </a:solidFill>
                <a:latin typeface="Corbel"/>
              </a:rPr>
              <a:t>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a:t>
            </a:r>
            <a:r>
              <a:rPr b="0" lang="en-US" sz="5400" spc="-1" strike="noStrike">
                <a:solidFill>
                  <a:srgbClr val="ffffff"/>
                </a:solidFill>
                <a:latin typeface="Corbel"/>
              </a:rPr>
              <a:t>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60"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61" name="PlaceHolder 3"/>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62" name="PlaceHolder 4"/>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63" name="PlaceHolder 5"/>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DEEED49F-25CA-421D-B90B-40F921D741EC}"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a:t>
            </a:r>
            <a:r>
              <a:rPr b="0" lang="en-US" sz="5400" spc="-1" strike="noStrike">
                <a:solidFill>
                  <a:srgbClr val="ffffff"/>
                </a:solidFill>
                <a:latin typeface="Corbel"/>
              </a:rPr>
              <a:t>ic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di</a:t>
            </a:r>
            <a:r>
              <a:rPr b="0" lang="en-US" sz="5400" spc="-1" strike="noStrike">
                <a:solidFill>
                  <a:srgbClr val="ffffff"/>
                </a:solidFill>
                <a:latin typeface="Corbel"/>
              </a:rPr>
              <a:t>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65" name="PlaceHolder 2"/>
          <p:cNvSpPr>
            <a:spLocks noGrp="1"/>
          </p:cNvSpPr>
          <p:nvPr>
            <p:ph type="body"/>
          </p:nvPr>
        </p:nvSpPr>
        <p:spPr>
          <a:xfrm>
            <a:off x="1119960" y="1825560"/>
            <a:ext cx="1023336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66" name="PlaceHolder 3"/>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67" name="PlaceHolder 4"/>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68" name="PlaceHolder 5"/>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6541C6FB-0627-4B8B-A447-BADEC42A104D}"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854640" y="4464000"/>
            <a:ext cx="9143640" cy="1641240"/>
          </a:xfrm>
          <a:prstGeom prst="rect">
            <a:avLst/>
          </a:prstGeom>
          <a:noFill/>
          <a:ln w="0">
            <a:noFill/>
          </a:ln>
        </p:spPr>
        <p:txBody>
          <a:bodyPr lIns="91440" rIns="91440" tIns="45720" bIns="45720" anchor="t">
            <a:normAutofit fontScale="62389" lnSpcReduction="10000"/>
          </a:bodyPr>
          <a:p>
            <a:pPr indent="0" defTabSz="914400">
              <a:lnSpc>
                <a:spcPct val="90000"/>
              </a:lnSpc>
              <a:buNone/>
            </a:pPr>
            <a:r>
              <a:rPr b="0" lang="en-US" sz="9600" spc="-301" strike="noStrike">
                <a:solidFill>
                  <a:srgbClr val="ffffff"/>
                </a:solidFill>
                <a:latin typeface="Corbel"/>
              </a:rPr>
              <a:t>C</a:t>
            </a:r>
            <a:r>
              <a:rPr b="0" lang="en-US" sz="9600" spc="-301" strike="noStrike">
                <a:solidFill>
                  <a:srgbClr val="ffffff"/>
                </a:solidFill>
                <a:latin typeface="Corbel"/>
              </a:rPr>
              <a:t>li</a:t>
            </a:r>
            <a:r>
              <a:rPr b="0" lang="en-US" sz="9600" spc="-301" strike="noStrike">
                <a:solidFill>
                  <a:srgbClr val="ffffff"/>
                </a:solidFill>
                <a:latin typeface="Corbel"/>
              </a:rPr>
              <a:t>c</a:t>
            </a:r>
            <a:r>
              <a:rPr b="0" lang="en-US" sz="9600" spc="-301" strike="noStrike">
                <a:solidFill>
                  <a:srgbClr val="ffffff"/>
                </a:solidFill>
                <a:latin typeface="Corbel"/>
              </a:rPr>
              <a:t>k </a:t>
            </a:r>
            <a:r>
              <a:rPr b="0" lang="en-US" sz="9600" spc="-301" strike="noStrike">
                <a:solidFill>
                  <a:srgbClr val="ffffff"/>
                </a:solidFill>
                <a:latin typeface="Corbel"/>
              </a:rPr>
              <a:t>t</a:t>
            </a:r>
            <a:r>
              <a:rPr b="0" lang="en-US" sz="9600" spc="-301" strike="noStrike">
                <a:solidFill>
                  <a:srgbClr val="ffffff"/>
                </a:solidFill>
                <a:latin typeface="Corbel"/>
              </a:rPr>
              <a:t>o</a:t>
            </a:r>
            <a:r>
              <a:rPr b="0" lang="en-US" sz="9600" spc="-301" strike="noStrike">
                <a:solidFill>
                  <a:srgbClr val="ffffff"/>
                </a:solidFill>
                <a:latin typeface="Corbel"/>
              </a:rPr>
              <a:t> </a:t>
            </a:r>
            <a:r>
              <a:rPr b="0" lang="en-US" sz="9600" spc="-301" strike="noStrike">
                <a:solidFill>
                  <a:srgbClr val="ffffff"/>
                </a:solidFill>
                <a:latin typeface="Corbel"/>
              </a:rPr>
              <a:t>e</a:t>
            </a:r>
            <a:r>
              <a:rPr b="0" lang="en-US" sz="9600" spc="-301" strike="noStrike">
                <a:solidFill>
                  <a:srgbClr val="ffffff"/>
                </a:solidFill>
                <a:latin typeface="Corbel"/>
              </a:rPr>
              <a:t>d</a:t>
            </a:r>
            <a:r>
              <a:rPr b="0" lang="en-US" sz="9600" spc="-301" strike="noStrike">
                <a:solidFill>
                  <a:srgbClr val="ffffff"/>
                </a:solidFill>
                <a:latin typeface="Corbel"/>
              </a:rPr>
              <a:t>i</a:t>
            </a:r>
            <a:r>
              <a:rPr b="0" lang="en-US" sz="9600" spc="-301" strike="noStrike">
                <a:solidFill>
                  <a:srgbClr val="ffffff"/>
                </a:solidFill>
                <a:latin typeface="Corbel"/>
              </a:rPr>
              <a:t>t </a:t>
            </a:r>
            <a:r>
              <a:rPr b="0" lang="en-US" sz="9600" spc="-301" strike="noStrike">
                <a:solidFill>
                  <a:srgbClr val="ffffff"/>
                </a:solidFill>
                <a:latin typeface="Corbel"/>
              </a:rPr>
              <a:t>M</a:t>
            </a:r>
            <a:r>
              <a:rPr b="0" lang="en-US" sz="9600" spc="-301" strike="noStrike">
                <a:solidFill>
                  <a:srgbClr val="ffffff"/>
                </a:solidFill>
                <a:latin typeface="Corbel"/>
              </a:rPr>
              <a:t>a</a:t>
            </a:r>
            <a:r>
              <a:rPr b="0" lang="en-US" sz="9600" spc="-301" strike="noStrike">
                <a:solidFill>
                  <a:srgbClr val="ffffff"/>
                </a:solidFill>
                <a:latin typeface="Corbel"/>
              </a:rPr>
              <a:t>s</a:t>
            </a:r>
            <a:r>
              <a:rPr b="0" lang="en-US" sz="9600" spc="-301" strike="noStrike">
                <a:solidFill>
                  <a:srgbClr val="ffffff"/>
                </a:solidFill>
                <a:latin typeface="Corbel"/>
              </a:rPr>
              <a:t>t</a:t>
            </a:r>
            <a:r>
              <a:rPr b="0" lang="en-US" sz="9600" spc="-301" strike="noStrike">
                <a:solidFill>
                  <a:srgbClr val="ffffff"/>
                </a:solidFill>
                <a:latin typeface="Corbel"/>
              </a:rPr>
              <a:t>e</a:t>
            </a:r>
            <a:r>
              <a:rPr b="0" lang="en-US" sz="9600" spc="-301" strike="noStrike">
                <a:solidFill>
                  <a:srgbClr val="ffffff"/>
                </a:solidFill>
                <a:latin typeface="Corbel"/>
              </a:rPr>
              <a:t>r </a:t>
            </a:r>
            <a:r>
              <a:rPr b="0" lang="en-US" sz="9600" spc="-301" strike="noStrike">
                <a:solidFill>
                  <a:srgbClr val="ffffff"/>
                </a:solidFill>
                <a:latin typeface="Corbel"/>
              </a:rPr>
              <a:t>t</a:t>
            </a:r>
            <a:r>
              <a:rPr b="0" lang="en-US" sz="9600" spc="-301" strike="noStrike">
                <a:solidFill>
                  <a:srgbClr val="ffffff"/>
                </a:solidFill>
                <a:latin typeface="Corbel"/>
              </a:rPr>
              <a:t>i</a:t>
            </a:r>
            <a:r>
              <a:rPr b="0" lang="en-US" sz="9600" spc="-301" strike="noStrike">
                <a:solidFill>
                  <a:srgbClr val="ffffff"/>
                </a:solidFill>
                <a:latin typeface="Corbel"/>
              </a:rPr>
              <a:t>t</a:t>
            </a:r>
            <a:r>
              <a:rPr b="0" lang="en-US" sz="9600" spc="-301" strike="noStrike">
                <a:solidFill>
                  <a:srgbClr val="ffffff"/>
                </a:solidFill>
                <a:latin typeface="Corbel"/>
              </a:rPr>
              <a:t>l</a:t>
            </a:r>
            <a:r>
              <a:rPr b="0" lang="en-US" sz="9600" spc="-301" strike="noStrike">
                <a:solidFill>
                  <a:srgbClr val="ffffff"/>
                </a:solidFill>
                <a:latin typeface="Corbel"/>
              </a:rPr>
              <a:t>e</a:t>
            </a:r>
            <a:r>
              <a:rPr b="0" lang="en-US" sz="9600" spc="-301" strike="noStrike">
                <a:solidFill>
                  <a:srgbClr val="ffffff"/>
                </a:solidFill>
                <a:latin typeface="Corbel"/>
              </a:rPr>
              <a:t> </a:t>
            </a:r>
            <a:r>
              <a:rPr b="0" lang="en-US" sz="9600" spc="-301" strike="noStrike">
                <a:solidFill>
                  <a:srgbClr val="ffffff"/>
                </a:solidFill>
                <a:latin typeface="Corbel"/>
              </a:rPr>
              <a:t>s</a:t>
            </a:r>
            <a:r>
              <a:rPr b="0" lang="en-US" sz="9600" spc="-301" strike="noStrike">
                <a:solidFill>
                  <a:srgbClr val="ffffff"/>
                </a:solidFill>
                <a:latin typeface="Corbel"/>
              </a:rPr>
              <a:t>t</a:t>
            </a:r>
            <a:r>
              <a:rPr b="0" lang="en-US" sz="9600" spc="-301" strike="noStrike">
                <a:solidFill>
                  <a:srgbClr val="ffffff"/>
                </a:solidFill>
                <a:latin typeface="Corbel"/>
              </a:rPr>
              <a:t>y</a:t>
            </a:r>
            <a:r>
              <a:rPr b="0" lang="en-US" sz="9600" spc="-301" strike="noStrike">
                <a:solidFill>
                  <a:srgbClr val="ffffff"/>
                </a:solidFill>
                <a:latin typeface="Corbel"/>
              </a:rPr>
              <a:t>l</a:t>
            </a:r>
            <a:r>
              <a:rPr b="0" lang="en-US" sz="9600" spc="-301" strike="noStrike">
                <a:solidFill>
                  <a:srgbClr val="ffffff"/>
                </a:solidFill>
                <a:latin typeface="Corbel"/>
              </a:rPr>
              <a:t>e</a:t>
            </a:r>
            <a:endParaRPr b="0" lang="en-US" sz="9600" spc="-1" strike="noStrike">
              <a:solidFill>
                <a:schemeClr val="dk1"/>
              </a:solidFill>
              <a:latin typeface="Corbel"/>
            </a:endParaRPr>
          </a:p>
        </p:txBody>
      </p:sp>
      <p:sp>
        <p:nvSpPr>
          <p:cNvPr id="72" name="PlaceHolder 2"/>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73" name="PlaceHolder 3"/>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74" name="PlaceHolder 4"/>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ACC4A88B-EC40-403D-B724-1509BB954803}"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a:t>
            </a:r>
            <a:r>
              <a:rPr b="0" lang="en-US" sz="5400" spc="-1" strike="noStrike">
                <a:solidFill>
                  <a:srgbClr val="ffffff"/>
                </a:solidFill>
                <a:latin typeface="Corbel"/>
              </a:rPr>
              <a:t>ic</a:t>
            </a:r>
            <a:r>
              <a:rPr b="0" lang="en-US" sz="5400" spc="-1" strike="noStrike">
                <a:solidFill>
                  <a:srgbClr val="ffffff"/>
                </a:solidFill>
                <a:latin typeface="Corbel"/>
              </a:rPr>
              <a:t>k </a:t>
            </a:r>
            <a:r>
              <a:rPr b="0" lang="en-US" sz="5400" spc="-1" strike="noStrike">
                <a:solidFill>
                  <a:srgbClr val="ffffff"/>
                </a:solidFill>
                <a:latin typeface="Corbel"/>
              </a:rPr>
              <a:t>t</a:t>
            </a:r>
            <a:r>
              <a:rPr b="0" lang="en-US" sz="5400" spc="-1" strike="noStrike">
                <a:solidFill>
                  <a:srgbClr val="ffffff"/>
                </a:solidFill>
                <a:latin typeface="Corbel"/>
              </a:rPr>
              <a:t>o </a:t>
            </a:r>
            <a:r>
              <a:rPr b="0" lang="en-US" sz="5400" spc="-1" strike="noStrike">
                <a:solidFill>
                  <a:srgbClr val="ffffff"/>
                </a:solidFill>
                <a:latin typeface="Corbel"/>
              </a:rPr>
              <a:t>e</a:t>
            </a:r>
            <a:r>
              <a:rPr b="0" lang="en-US" sz="5400" spc="-1" strike="noStrike">
                <a:solidFill>
                  <a:srgbClr val="ffffff"/>
                </a:solidFill>
                <a:latin typeface="Corbel"/>
              </a:rPr>
              <a:t>di</a:t>
            </a:r>
            <a:r>
              <a:rPr b="0" lang="en-US" sz="5400" spc="-1" strike="noStrike">
                <a:solidFill>
                  <a:srgbClr val="ffffff"/>
                </a:solidFill>
                <a:latin typeface="Corbel"/>
              </a:rPr>
              <a:t>t </a:t>
            </a:r>
            <a:r>
              <a:rPr b="0" lang="en-US" sz="5400" spc="-1" strike="noStrike">
                <a:solidFill>
                  <a:srgbClr val="ffffff"/>
                </a:solidFill>
                <a:latin typeface="Corbel"/>
              </a:rPr>
              <a:t>M</a:t>
            </a:r>
            <a:r>
              <a:rPr b="0" lang="en-US" sz="5400" spc="-1" strike="noStrike">
                <a:solidFill>
                  <a:srgbClr val="ffffff"/>
                </a:solidFill>
                <a:latin typeface="Corbel"/>
              </a:rPr>
              <a:t>a</a:t>
            </a:r>
            <a:r>
              <a:rPr b="0" lang="en-US" sz="5400" spc="-1" strike="noStrike">
                <a:solidFill>
                  <a:srgbClr val="ffffff"/>
                </a:solidFill>
                <a:latin typeface="Corbel"/>
              </a:rPr>
              <a:t>st</a:t>
            </a:r>
            <a:r>
              <a:rPr b="0" lang="en-US" sz="5400" spc="-1" strike="noStrike">
                <a:solidFill>
                  <a:srgbClr val="ffffff"/>
                </a:solidFill>
                <a:latin typeface="Corbel"/>
              </a:rPr>
              <a:t>e</a:t>
            </a:r>
            <a:r>
              <a:rPr b="0" lang="en-US" sz="5400" spc="-1" strike="noStrike">
                <a:solidFill>
                  <a:srgbClr val="ffffff"/>
                </a:solidFill>
                <a:latin typeface="Corbel"/>
              </a:rPr>
              <a:t>r </a:t>
            </a:r>
            <a:r>
              <a:rPr b="0" lang="en-US" sz="5400" spc="-1" strike="noStrike">
                <a:solidFill>
                  <a:srgbClr val="ffffff"/>
                </a:solidFill>
                <a:latin typeface="Corbel"/>
              </a:rPr>
              <a:t>ti</a:t>
            </a:r>
            <a:r>
              <a:rPr b="0" lang="en-US" sz="5400" spc="-1" strike="noStrike">
                <a:solidFill>
                  <a:srgbClr val="ffffff"/>
                </a:solidFill>
                <a:latin typeface="Corbel"/>
              </a:rPr>
              <a:t>tl</a:t>
            </a:r>
            <a:r>
              <a:rPr b="0" lang="en-US" sz="5400" spc="-1" strike="noStrike">
                <a:solidFill>
                  <a:srgbClr val="ffffff"/>
                </a:solidFill>
                <a:latin typeface="Corbel"/>
              </a:rPr>
              <a:t>e </a:t>
            </a:r>
            <a:r>
              <a:rPr b="0" lang="en-US" sz="5400" spc="-1" strike="noStrike">
                <a:solidFill>
                  <a:srgbClr val="ffffff"/>
                </a:solidFill>
                <a:latin typeface="Corbel"/>
              </a:rPr>
              <a:t>st</a:t>
            </a:r>
            <a:r>
              <a:rPr b="0" lang="en-US" sz="5400" spc="-1" strike="noStrike">
                <a:solidFill>
                  <a:srgbClr val="ffffff"/>
                </a:solidFill>
                <a:latin typeface="Corbel"/>
              </a:rPr>
              <a:t>yl</a:t>
            </a:r>
            <a:r>
              <a:rPr b="0" lang="en-US" sz="5400" spc="-1" strike="noStrike">
                <a:solidFill>
                  <a:srgbClr val="ffffff"/>
                </a:solidFill>
                <a:latin typeface="Corbel"/>
              </a:rPr>
              <a:t>e</a:t>
            </a:r>
            <a:endParaRPr b="0" lang="en-US" sz="5400" spc="-1" strike="noStrike">
              <a:solidFill>
                <a:schemeClr val="dk1"/>
              </a:solidFill>
              <a:latin typeface="Corbel"/>
            </a:endParaRPr>
          </a:p>
        </p:txBody>
      </p:sp>
      <p:sp>
        <p:nvSpPr>
          <p:cNvPr id="76" name="PlaceHolder 2"/>
          <p:cNvSpPr>
            <a:spLocks noGrp="1"/>
          </p:cNvSpPr>
          <p:nvPr>
            <p:ph type="body"/>
          </p:nvPr>
        </p:nvSpPr>
        <p:spPr>
          <a:xfrm>
            <a:off x="1119960" y="1825560"/>
            <a:ext cx="502488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77" name="PlaceHolder 3"/>
          <p:cNvSpPr>
            <a:spLocks noGrp="1"/>
          </p:cNvSpPr>
          <p:nvPr>
            <p:ph type="body"/>
          </p:nvPr>
        </p:nvSpPr>
        <p:spPr>
          <a:xfrm>
            <a:off x="6319800" y="1825560"/>
            <a:ext cx="50335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78" name="PlaceHolder 4"/>
          <p:cNvSpPr>
            <a:spLocks noGrp="1"/>
          </p:cNvSpPr>
          <p:nvPr>
            <p:ph type="dt" idx="34"/>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79" name="PlaceHolder 5"/>
          <p:cNvSpPr>
            <a:spLocks noGrp="1"/>
          </p:cNvSpPr>
          <p:nvPr>
            <p:ph type="ftr" idx="3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80" name="PlaceHolder 6"/>
          <p:cNvSpPr>
            <a:spLocks noGrp="1"/>
          </p:cNvSpPr>
          <p:nvPr>
            <p:ph type="sldNum" idx="36"/>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47296E09-6F72-4645-8045-3F0BB334AE52}"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Click to edit Master title style</a:t>
            </a:r>
            <a:endParaRPr b="0" lang="en-US" sz="5400" spc="-1" strike="noStrike">
              <a:solidFill>
                <a:schemeClr val="dk1"/>
              </a:solidFill>
              <a:latin typeface="Corbel"/>
            </a:endParaRPr>
          </a:p>
        </p:txBody>
      </p:sp>
      <p:sp>
        <p:nvSpPr>
          <p:cNvPr id="85" name="PlaceHolder 2"/>
          <p:cNvSpPr>
            <a:spLocks noGrp="1"/>
          </p:cNvSpPr>
          <p:nvPr>
            <p:ph type="body"/>
          </p:nvPr>
        </p:nvSpPr>
        <p:spPr>
          <a:xfrm>
            <a:off x="1119960" y="1681200"/>
            <a:ext cx="502488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86" name="PlaceHolder 3"/>
          <p:cNvSpPr>
            <a:spLocks noGrp="1"/>
          </p:cNvSpPr>
          <p:nvPr>
            <p:ph type="body"/>
          </p:nvPr>
        </p:nvSpPr>
        <p:spPr>
          <a:xfrm>
            <a:off x="1119960" y="2505240"/>
            <a:ext cx="502488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87" name="PlaceHolder 4"/>
          <p:cNvSpPr>
            <a:spLocks noGrp="1"/>
          </p:cNvSpPr>
          <p:nvPr>
            <p:ph type="body"/>
          </p:nvPr>
        </p:nvSpPr>
        <p:spPr>
          <a:xfrm>
            <a:off x="6319800" y="1681200"/>
            <a:ext cx="5035320" cy="823680"/>
          </a:xfrm>
          <a:prstGeom prst="rect">
            <a:avLst/>
          </a:prstGeom>
          <a:noFill/>
          <a:ln w="0">
            <a:noFill/>
          </a:ln>
        </p:spPr>
        <p:txBody>
          <a:bodyPr lIns="91440" rIns="91440" tIns="45720" bIns="45720" anchor="b">
            <a:normAutofit/>
          </a:bodyPr>
          <a:p>
            <a:pPr indent="0" defTabSz="914400">
              <a:lnSpc>
                <a:spcPct val="90000"/>
              </a:lnSpc>
              <a:spcBef>
                <a:spcPts val="1001"/>
              </a:spcBef>
              <a:buNone/>
              <a:tabLst>
                <a:tab algn="l" pos="0"/>
              </a:tabLst>
            </a:pPr>
            <a:r>
              <a:rPr b="0" lang="en-US" sz="2400" spc="-1" strike="noStrike">
                <a:solidFill>
                  <a:srgbClr val="ffffff"/>
                </a:solidFill>
                <a:latin typeface="Corbel"/>
              </a:rPr>
              <a:t>Click to edit Master text styles</a:t>
            </a:r>
            <a:endParaRPr b="0" lang="en-US" sz="2400" spc="-1" strike="noStrike">
              <a:solidFill>
                <a:schemeClr val="dk1">
                  <a:lumMod val="93000"/>
                </a:schemeClr>
              </a:solidFill>
              <a:latin typeface="Corbel"/>
            </a:endParaRPr>
          </a:p>
        </p:txBody>
      </p:sp>
      <p:sp>
        <p:nvSpPr>
          <p:cNvPr id="88" name="PlaceHolder 5"/>
          <p:cNvSpPr>
            <a:spLocks noGrp="1"/>
          </p:cNvSpPr>
          <p:nvPr>
            <p:ph type="body"/>
          </p:nvPr>
        </p:nvSpPr>
        <p:spPr>
          <a:xfrm>
            <a:off x="6319800" y="2505240"/>
            <a:ext cx="50353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89" name="PlaceHolder 6"/>
          <p:cNvSpPr>
            <a:spLocks noGrp="1"/>
          </p:cNvSpPr>
          <p:nvPr>
            <p:ph type="dt" idx="37"/>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90" name="PlaceHolder 7"/>
          <p:cNvSpPr>
            <a:spLocks noGrp="1"/>
          </p:cNvSpPr>
          <p:nvPr>
            <p:ph type="ftr" idx="3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91" name="PlaceHolder 8"/>
          <p:cNvSpPr>
            <a:spLocks noGrp="1"/>
          </p:cNvSpPr>
          <p:nvPr>
            <p:ph type="sldNum" idx="39"/>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8B027ADB-CD99-4681-8F64-FEB54ED68F18}"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5400" spc="-1" strike="noStrike">
                <a:solidFill>
                  <a:srgbClr val="ffffff"/>
                </a:solidFill>
                <a:latin typeface="Corbel"/>
              </a:rPr>
              <a:t>Click to edit Master title style</a:t>
            </a:r>
            <a:endParaRPr b="0" lang="en-US" sz="5400" spc="-1" strike="noStrike">
              <a:solidFill>
                <a:schemeClr val="dk1"/>
              </a:solidFill>
              <a:latin typeface="Corbel"/>
            </a:endParaRPr>
          </a:p>
        </p:txBody>
      </p:sp>
      <p:sp>
        <p:nvSpPr>
          <p:cNvPr id="93" name="PlaceHolder 2"/>
          <p:cNvSpPr>
            <a:spLocks noGrp="1"/>
          </p:cNvSpPr>
          <p:nvPr>
            <p:ph type="dt" idx="40"/>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94" name="PlaceHolder 3"/>
          <p:cNvSpPr>
            <a:spLocks noGrp="1"/>
          </p:cNvSpPr>
          <p:nvPr>
            <p:ph type="ftr" idx="4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95" name="PlaceHolder 4"/>
          <p:cNvSpPr>
            <a:spLocks noGrp="1"/>
          </p:cNvSpPr>
          <p:nvPr>
            <p:ph type="sldNum" idx="42"/>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FBDF6558-1F05-461C-BEDF-9AC477A5AA45}"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7" name="PlaceHolder 1"/>
          <p:cNvSpPr>
            <a:spLocks noGrp="1"/>
          </p:cNvSpPr>
          <p:nvPr>
            <p:ph type="dt" idx="43"/>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98" name="PlaceHolder 2"/>
          <p:cNvSpPr>
            <a:spLocks noGrp="1"/>
          </p:cNvSpPr>
          <p:nvPr>
            <p:ph type="ftr" idx="4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99" name="PlaceHolder 3"/>
          <p:cNvSpPr>
            <a:spLocks noGrp="1"/>
          </p:cNvSpPr>
          <p:nvPr>
            <p:ph type="sldNum" idx="45"/>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4CF7EC51-A814-4FB9-9EF0-2F26DE0E4D54}"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rgbClr val="ffffff"/>
                </a:solidFill>
                <a:latin typeface="Corbel"/>
              </a:rPr>
              <a:t>Click to edit Master title style</a:t>
            </a:r>
            <a:endParaRPr b="0" lang="en-US" sz="3200" spc="-1" strike="noStrike">
              <a:solidFill>
                <a:schemeClr val="dk1"/>
              </a:solidFill>
              <a:latin typeface="Corbel"/>
            </a:endParaRPr>
          </a:p>
        </p:txBody>
      </p:sp>
      <p:sp>
        <p:nvSpPr>
          <p:cNvPr id="101"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Click to edit Master text styles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ededed"/>
              </a:buClr>
              <a:buFont typeface="Arial"/>
              <a:buChar char="•"/>
            </a:pPr>
            <a:r>
              <a:rPr b="0" lang="en-US" sz="2400" spc="-1" strike="noStrike">
                <a:solidFill>
                  <a:srgbClr val="ffffff"/>
                </a:solidFill>
                <a:latin typeface="Corbel"/>
              </a:rPr>
              <a:t>Second level</a:t>
            </a:r>
            <a:endParaRPr b="0" lang="en-US" sz="2400" spc="-1" strike="noStrike">
              <a:solidFill>
                <a:schemeClr val="dk1">
                  <a:lumMod val="93000"/>
                </a:schemeClr>
              </a:solidFill>
              <a:latin typeface="Corbel"/>
            </a:endParaRPr>
          </a:p>
          <a:p>
            <a:pPr lvl="2" marL="1143000" indent="-228600" defTabSz="914400">
              <a:lnSpc>
                <a:spcPct val="90000"/>
              </a:lnSpc>
              <a:spcBef>
                <a:spcPts val="499"/>
              </a:spcBef>
              <a:buClr>
                <a:srgbClr val="ededed"/>
              </a:buClr>
              <a:buFont typeface="Arial"/>
              <a:buChar char="•"/>
            </a:pPr>
            <a:r>
              <a:rPr b="0" lang="en-US" sz="2000" spc="-1" strike="noStrike">
                <a:solidFill>
                  <a:srgbClr val="ffffff"/>
                </a:solidFill>
                <a:latin typeface="Corbel"/>
              </a:rPr>
              <a:t>Third level</a:t>
            </a:r>
            <a:endParaRPr b="0" lang="en-US" sz="2000" spc="-1" strike="noStrike">
              <a:solidFill>
                <a:schemeClr val="dk1">
                  <a:lumMod val="93000"/>
                </a:schemeClr>
              </a:solidFill>
              <a:latin typeface="Corbel"/>
            </a:endParaRPr>
          </a:p>
          <a:p>
            <a:pPr lvl="3" marL="16002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Fourth level</a:t>
            </a:r>
            <a:endParaRPr b="0" lang="en-US" sz="1800" spc="-1" strike="noStrike">
              <a:solidFill>
                <a:schemeClr val="dk1">
                  <a:lumMod val="93000"/>
                </a:schemeClr>
              </a:solidFill>
              <a:latin typeface="Corbel"/>
            </a:endParaRPr>
          </a:p>
          <a:p>
            <a:pPr lvl="4" marL="2057400" indent="-228600" defTabSz="914400">
              <a:lnSpc>
                <a:spcPct val="90000"/>
              </a:lnSpc>
              <a:spcBef>
                <a:spcPts val="499"/>
              </a:spcBef>
              <a:buClr>
                <a:srgbClr val="ededed"/>
              </a:buClr>
              <a:buFont typeface="Arial"/>
              <a:buChar char="•"/>
            </a:pPr>
            <a:r>
              <a:rPr b="0" lang="en-US" sz="1800" spc="-1" strike="noStrike">
                <a:solidFill>
                  <a:srgbClr val="ffffff"/>
                </a:solidFill>
                <a:latin typeface="Corbel"/>
              </a:rPr>
              <a:t>Fifth level</a:t>
            </a:r>
            <a:endParaRPr b="0" lang="en-US" sz="1800" spc="-1" strike="noStrike">
              <a:solidFill>
                <a:schemeClr val="dk1">
                  <a:lumMod val="93000"/>
                </a:schemeClr>
              </a:solidFill>
              <a:latin typeface="Corbel"/>
            </a:endParaRPr>
          </a:p>
        </p:txBody>
      </p:sp>
      <p:sp>
        <p:nvSpPr>
          <p:cNvPr id="102" name="PlaceHolder 3"/>
          <p:cNvSpPr>
            <a:spLocks noGrp="1"/>
          </p:cNvSpPr>
          <p:nvPr>
            <p:ph type="body"/>
          </p:nvPr>
        </p:nvSpPr>
        <p:spPr>
          <a:xfrm>
            <a:off x="1119960" y="2057400"/>
            <a:ext cx="365184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rgbClr val="ffffff"/>
                </a:solidFill>
                <a:latin typeface="Corbel"/>
              </a:rPr>
              <a:t>Click to edit Master text styles</a:t>
            </a:r>
            <a:endParaRPr b="0" lang="en-US" sz="1600" spc="-1" strike="noStrike">
              <a:solidFill>
                <a:schemeClr val="dk1">
                  <a:lumMod val="93000"/>
                </a:schemeClr>
              </a:solidFill>
              <a:latin typeface="Corbel"/>
            </a:endParaRPr>
          </a:p>
        </p:txBody>
      </p:sp>
      <p:sp>
        <p:nvSpPr>
          <p:cNvPr id="103" name="PlaceHolder 4"/>
          <p:cNvSpPr>
            <a:spLocks noGrp="1"/>
          </p:cNvSpPr>
          <p:nvPr>
            <p:ph type="dt" idx="46"/>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104" name="PlaceHolder 5"/>
          <p:cNvSpPr>
            <a:spLocks noGrp="1"/>
          </p:cNvSpPr>
          <p:nvPr>
            <p:ph type="ftr" idx="4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105" name="PlaceHolder 6"/>
          <p:cNvSpPr>
            <a:spLocks noGrp="1"/>
          </p:cNvSpPr>
          <p:nvPr>
            <p:ph type="sldNum" idx="48"/>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0AD24BB1-EC8A-4D30-85BE-24BE4F9EEC3A}"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rgbClr val="ffffff"/>
                </a:solidFill>
                <a:latin typeface="Corbel"/>
              </a:rPr>
              <a:t>Click to edit Master title style</a:t>
            </a:r>
            <a:endParaRPr b="0" lang="en-US" sz="3200" spc="-1" strike="noStrike">
              <a:solidFill>
                <a:schemeClr val="dk1"/>
              </a:solidFill>
              <a:latin typeface="Corbel"/>
            </a:endParaRPr>
          </a:p>
        </p:txBody>
      </p:sp>
      <p:sp>
        <p:nvSpPr>
          <p:cNvPr id="107"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en-US" sz="3200" spc="-1" strike="noStrike">
                <a:solidFill>
                  <a:schemeClr val="dk1"/>
                </a:solidFill>
                <a:latin typeface="Corbel"/>
              </a:rPr>
              <a:t>Click icon to add picture</a:t>
            </a:r>
            <a:endParaRPr b="0" lang="en-US" sz="3200" spc="-1" strike="noStrike">
              <a:solidFill>
                <a:schemeClr val="dk1">
                  <a:lumMod val="93000"/>
                </a:schemeClr>
              </a:solidFill>
              <a:latin typeface="Corbel"/>
            </a:endParaRPr>
          </a:p>
        </p:txBody>
      </p:sp>
      <p:sp>
        <p:nvSpPr>
          <p:cNvPr id="108" name="PlaceHolder 3"/>
          <p:cNvSpPr>
            <a:spLocks noGrp="1"/>
          </p:cNvSpPr>
          <p:nvPr>
            <p:ph type="body"/>
          </p:nvPr>
        </p:nvSpPr>
        <p:spPr>
          <a:xfrm>
            <a:off x="1119960" y="2057400"/>
            <a:ext cx="365184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rgbClr val="ffffff"/>
                </a:solidFill>
                <a:latin typeface="Corbel"/>
              </a:rPr>
              <a:t>Click to edit Master text styles</a:t>
            </a:r>
            <a:endParaRPr b="0" lang="en-US" sz="1600" spc="-1" strike="noStrike">
              <a:solidFill>
                <a:schemeClr val="dk1">
                  <a:lumMod val="93000"/>
                </a:schemeClr>
              </a:solidFill>
              <a:latin typeface="Corbel"/>
            </a:endParaRPr>
          </a:p>
        </p:txBody>
      </p:sp>
      <p:sp>
        <p:nvSpPr>
          <p:cNvPr id="109" name="PlaceHolder 4"/>
          <p:cNvSpPr>
            <a:spLocks noGrp="1"/>
          </p:cNvSpPr>
          <p:nvPr>
            <p:ph type="dt" idx="49"/>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IN" sz="1200" spc="-1" strike="noStrike">
                <a:solidFill>
                  <a:schemeClr val="dk1">
                    <a:lumMod val="93000"/>
                  </a:schemeClr>
                </a:solidFill>
                <a:latin typeface="Corbel"/>
              </a:defRPr>
            </a:lvl1pPr>
          </a:lstStyle>
          <a:p>
            <a:pPr indent="0" defTabSz="457200">
              <a:lnSpc>
                <a:spcPct val="100000"/>
              </a:lnSpc>
              <a:buNone/>
            </a:pPr>
            <a:r>
              <a:rPr b="0" lang="en-IN" sz="1200" spc="-1" strike="noStrike">
                <a:solidFill>
                  <a:schemeClr val="dk1">
                    <a:lumMod val="93000"/>
                  </a:schemeClr>
                </a:solidFill>
                <a:latin typeface="Corbel"/>
              </a:rPr>
              <a:t>&lt;date/time&gt;</a:t>
            </a:r>
            <a:endParaRPr b="0" lang="en-IN" sz="1200" spc="-1" strike="noStrike">
              <a:solidFill>
                <a:srgbClr val="ffffff"/>
              </a:solidFill>
              <a:latin typeface="Times New Roman"/>
            </a:endParaRPr>
          </a:p>
        </p:txBody>
      </p:sp>
      <p:sp>
        <p:nvSpPr>
          <p:cNvPr id="110" name="PlaceHolder 5"/>
          <p:cNvSpPr>
            <a:spLocks noGrp="1"/>
          </p:cNvSpPr>
          <p:nvPr>
            <p:ph type="ftr" idx="5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ffffff"/>
                </a:solidFill>
                <a:latin typeface="Times New Roman"/>
              </a:defRPr>
            </a:lvl1pPr>
          </a:lstStyle>
          <a:p>
            <a:pPr indent="0" algn="ctr">
              <a:buNone/>
            </a:pPr>
            <a:r>
              <a:rPr b="0" lang="en-IN" sz="1400" spc="-1" strike="noStrike">
                <a:solidFill>
                  <a:srgbClr val="ffffff"/>
                </a:solidFill>
                <a:latin typeface="Times New Roman"/>
              </a:rPr>
              <a:t>&lt;footer&gt;</a:t>
            </a:r>
            <a:endParaRPr b="0" lang="en-IN" sz="1400" spc="-1" strike="noStrike">
              <a:solidFill>
                <a:srgbClr val="ffffff"/>
              </a:solidFill>
              <a:latin typeface="Times New Roman"/>
            </a:endParaRPr>
          </a:p>
        </p:txBody>
      </p:sp>
      <p:sp>
        <p:nvSpPr>
          <p:cNvPr id="111" name="PlaceHolder 6"/>
          <p:cNvSpPr>
            <a:spLocks noGrp="1"/>
          </p:cNvSpPr>
          <p:nvPr>
            <p:ph type="sldNum" idx="51"/>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200" spc="-1" strike="noStrike">
                <a:solidFill>
                  <a:schemeClr val="dk1">
                    <a:lumMod val="93000"/>
                  </a:schemeClr>
                </a:solidFill>
                <a:latin typeface="Corbel"/>
              </a:defRPr>
            </a:lvl1pPr>
          </a:lstStyle>
          <a:p>
            <a:pPr indent="0" algn="r" defTabSz="457200">
              <a:lnSpc>
                <a:spcPct val="100000"/>
              </a:lnSpc>
              <a:buNone/>
            </a:pPr>
            <a:fld id="{E3823DFE-8CBE-4EDC-8B50-DABCD13B3818}" type="slidenum">
              <a:rPr b="0" lang="en-IN" sz="1200" spc="-1" strike="noStrike">
                <a:solidFill>
                  <a:schemeClr val="dk1">
                    <a:lumMod val="93000"/>
                  </a:schemeClr>
                </a:solidFill>
                <a:latin typeface="Corbel"/>
              </a:rPr>
              <a:t>&lt;number&gt;</a:t>
            </a:fld>
            <a:endParaRPr b="0" lang="en-IN"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hyperlink" Target="https://blog.usejournal.com/500-data-structures-and-algorithms-practice-problems-35afe8a1e222?gi=fbe293767db9" TargetMode="External"/><Relationship Id="rId2"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1676520" y="4420440"/>
            <a:ext cx="10515240" cy="1325160"/>
          </a:xfrm>
          <a:prstGeom prst="rect">
            <a:avLst/>
          </a:prstGeom>
          <a:noFill/>
          <a:ln w="0">
            <a:noFill/>
          </a:ln>
        </p:spPr>
        <p:txBody>
          <a:bodyPr lIns="91440" rIns="91440" tIns="45720" bIns="45720" anchor="ctr">
            <a:noAutofit/>
          </a:bodyPr>
          <a:p>
            <a:pPr indent="0" algn="r" defTabSz="914400">
              <a:lnSpc>
                <a:spcPct val="90000"/>
              </a:lnSpc>
              <a:buNone/>
            </a:pPr>
            <a:r>
              <a:rPr b="1" lang="en-IN" sz="4400" spc="-1" strike="noStrike">
                <a:solidFill>
                  <a:srgbClr val="ffc000"/>
                </a:solidFill>
                <a:latin typeface="Corbel"/>
              </a:rPr>
              <a:t>C - PROGRAMMING </a:t>
            </a:r>
            <a:br>
              <a:rPr sz="4400"/>
            </a:br>
            <a:r>
              <a:rPr b="1" lang="en-IN" sz="4400" spc="-1" strike="noStrike">
                <a:solidFill>
                  <a:srgbClr val="ffc000"/>
                </a:solidFill>
                <a:latin typeface="Corbel"/>
              </a:rPr>
              <a:t>INTERVIEW PREPARATION GUIDE</a:t>
            </a:r>
            <a:endParaRPr b="0" lang="en-US" sz="44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TextBox 3"/>
          <p:cNvSpPr/>
          <p:nvPr/>
        </p:nvSpPr>
        <p:spPr>
          <a:xfrm>
            <a:off x="477000" y="397440"/>
            <a:ext cx="7182360" cy="5850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2000" spc="-1" strike="noStrike" u="sng">
                <a:solidFill>
                  <a:srgbClr val="ffff00"/>
                </a:solidFill>
                <a:uFillTx/>
                <a:latin typeface="Calibri"/>
              </a:rPr>
              <a:t>C PROGRAM COMPILATION STAGES:</a:t>
            </a:r>
            <a:endParaRPr b="0" lang="en-IN" sz="20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marL="343080" indent="-343080" defTabSz="457200">
              <a:lnSpc>
                <a:spcPct val="100000"/>
              </a:lnSpc>
              <a:buClr>
                <a:srgbClr val="ffc000"/>
              </a:buClr>
              <a:buFont typeface="Corbel"/>
              <a:buAutoNum type="arabicPeriod"/>
            </a:pPr>
            <a:r>
              <a:rPr b="1" lang="en-IN" sz="1800" spc="-1" strike="noStrike" u="sng">
                <a:solidFill>
                  <a:srgbClr val="ffc000"/>
                </a:solidFill>
                <a:uFillTx/>
                <a:latin typeface="Calibri"/>
              </a:rPr>
              <a:t>Pre-Processing stage  ( .c   </a:t>
            </a:r>
            <a:r>
              <a:rPr b="1" lang="en-IN" sz="1800" spc="-1" strike="noStrike" u="sng">
                <a:solidFill>
                  <a:srgbClr val="ffc000"/>
                </a:solidFill>
                <a:uFillTx/>
                <a:latin typeface="Wingdings"/>
              </a:rPr>
              <a:t></a:t>
            </a:r>
            <a:r>
              <a:rPr b="1" lang="en-IN" sz="1800" spc="-1" strike="noStrike" u="sng">
                <a:solidFill>
                  <a:srgbClr val="ffc000"/>
                </a:solidFill>
                <a:uFillTx/>
                <a:latin typeface="Calibri"/>
              </a:rPr>
              <a:t> .i )</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Header files expanded</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Macros will get replaced</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Specific code will be included based on conditional macro’s</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Comments will be removed</a:t>
            </a:r>
            <a:endParaRPr b="0" lang="en-IN" sz="1800" spc="-1" strike="noStrike">
              <a:solidFill>
                <a:srgbClr val="ffffff"/>
              </a:solidFill>
              <a:latin typeface="Arial"/>
            </a:endParaRPr>
          </a:p>
          <a:p>
            <a:pPr marL="457200" defTabSz="457200">
              <a:lnSpc>
                <a:spcPct val="100000"/>
              </a:lnSpc>
            </a:pPr>
            <a:endParaRPr b="0" lang="en-IN" sz="1800" spc="-1" strike="noStrike">
              <a:solidFill>
                <a:srgbClr val="ffffff"/>
              </a:solidFill>
              <a:latin typeface="Arial"/>
            </a:endParaRPr>
          </a:p>
          <a:p>
            <a:pPr marL="343080" indent="-343080" defTabSz="457200">
              <a:lnSpc>
                <a:spcPct val="100000"/>
              </a:lnSpc>
              <a:buClr>
                <a:srgbClr val="ffc000"/>
              </a:buClr>
              <a:buFont typeface="Corbel"/>
              <a:buAutoNum type="arabicPeriod"/>
            </a:pPr>
            <a:r>
              <a:rPr b="1" lang="en-IN" sz="1800" spc="-1" strike="noStrike" u="sng">
                <a:solidFill>
                  <a:srgbClr val="ffc000"/>
                </a:solidFill>
                <a:uFillTx/>
                <a:latin typeface="Calibri"/>
              </a:rPr>
              <a:t>Compilation/Translation stage ( .i   </a:t>
            </a:r>
            <a:r>
              <a:rPr b="1" lang="en-IN" sz="1800" spc="-1" strike="noStrike" u="sng">
                <a:solidFill>
                  <a:srgbClr val="ffc000"/>
                </a:solidFill>
                <a:uFillTx/>
                <a:latin typeface="Wingdings"/>
              </a:rPr>
              <a:t></a:t>
            </a:r>
            <a:r>
              <a:rPr b="1" lang="en-IN" sz="1800" spc="-1" strike="noStrike" u="sng">
                <a:solidFill>
                  <a:srgbClr val="ffc000"/>
                </a:solidFill>
                <a:uFillTx/>
                <a:latin typeface="Calibri"/>
              </a:rPr>
              <a:t> .s )</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Syntax and semantics analyses will be done</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Reports errors if any which will help programmer to fix it.</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Generates assembly code</a:t>
            </a:r>
            <a:endParaRPr b="0" lang="en-IN" sz="1800" spc="-1" strike="noStrike">
              <a:solidFill>
                <a:srgbClr val="ffffff"/>
              </a:solidFill>
              <a:latin typeface="Arial"/>
            </a:endParaRPr>
          </a:p>
          <a:p>
            <a:pPr marL="457200" defTabSz="457200">
              <a:lnSpc>
                <a:spcPct val="100000"/>
              </a:lnSpc>
            </a:pPr>
            <a:r>
              <a:rPr b="0" lang="en-IN" sz="1800" spc="-1" strike="noStrike">
                <a:solidFill>
                  <a:schemeClr val="dk1"/>
                </a:solidFill>
                <a:latin typeface="Calibri"/>
              </a:rPr>
              <a:t> </a:t>
            </a:r>
            <a:endParaRPr b="0" lang="en-IN" sz="1800" spc="-1" strike="noStrike">
              <a:solidFill>
                <a:srgbClr val="ffffff"/>
              </a:solidFill>
              <a:latin typeface="Arial"/>
            </a:endParaRPr>
          </a:p>
          <a:p>
            <a:pPr marL="343080" indent="-343080" defTabSz="457200">
              <a:lnSpc>
                <a:spcPct val="100000"/>
              </a:lnSpc>
              <a:buClr>
                <a:srgbClr val="ffc000"/>
              </a:buClr>
              <a:buFont typeface="Corbel"/>
              <a:buAutoNum type="arabicPeriod"/>
            </a:pPr>
            <a:r>
              <a:rPr b="1" lang="en-IN" sz="1800" spc="-1" strike="noStrike" u="sng">
                <a:solidFill>
                  <a:srgbClr val="ffc000"/>
                </a:solidFill>
                <a:uFillTx/>
                <a:latin typeface="Calibri"/>
              </a:rPr>
              <a:t>Assembly stage  ( .s  </a:t>
            </a:r>
            <a:r>
              <a:rPr b="1" lang="en-IN" sz="1800" spc="-1" strike="noStrike" u="sng">
                <a:solidFill>
                  <a:srgbClr val="ffc000"/>
                </a:solidFill>
                <a:uFillTx/>
                <a:latin typeface="Wingdings"/>
              </a:rPr>
              <a:t></a:t>
            </a:r>
            <a:r>
              <a:rPr b="1" lang="en-IN" sz="1800" spc="-1" strike="noStrike" u="sng">
                <a:solidFill>
                  <a:srgbClr val="ffc000"/>
                </a:solidFill>
                <a:uFillTx/>
                <a:latin typeface="Calibri"/>
              </a:rPr>
              <a:t> .o )</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Assembly code converted into machine readable code.</a:t>
            </a:r>
            <a:endParaRPr b="0" lang="en-IN" sz="1800" spc="-1" strike="noStrike">
              <a:solidFill>
                <a:srgbClr val="ffffff"/>
              </a:solidFill>
              <a:latin typeface="Arial"/>
            </a:endParaRPr>
          </a:p>
          <a:p>
            <a:pPr marL="457200" defTabSz="457200">
              <a:lnSpc>
                <a:spcPct val="100000"/>
              </a:lnSpc>
            </a:pPr>
            <a:endParaRPr b="0" lang="en-IN" sz="1800" spc="-1" strike="noStrike">
              <a:solidFill>
                <a:srgbClr val="ffffff"/>
              </a:solidFill>
              <a:latin typeface="Arial"/>
            </a:endParaRPr>
          </a:p>
          <a:p>
            <a:pPr marL="343080" indent="-343080" defTabSz="457200">
              <a:lnSpc>
                <a:spcPct val="100000"/>
              </a:lnSpc>
              <a:buClr>
                <a:srgbClr val="ffc000"/>
              </a:buClr>
              <a:buFont typeface="Corbel"/>
              <a:buAutoNum type="arabicPeriod"/>
            </a:pPr>
            <a:r>
              <a:rPr b="1" lang="en-IN" sz="1800" spc="-1" strike="noStrike" u="sng">
                <a:solidFill>
                  <a:srgbClr val="ffc000"/>
                </a:solidFill>
                <a:uFillTx/>
                <a:latin typeface="Calibri"/>
              </a:rPr>
              <a:t>Linking stage ( .o </a:t>
            </a:r>
            <a:r>
              <a:rPr b="1" lang="en-IN" sz="1800" spc="-1" strike="noStrike" u="sng">
                <a:solidFill>
                  <a:srgbClr val="ffc000"/>
                </a:solidFill>
                <a:uFillTx/>
                <a:latin typeface="Wingdings"/>
              </a:rPr>
              <a:t></a:t>
            </a:r>
            <a:r>
              <a:rPr b="1" lang="en-IN" sz="1800" spc="-1" strike="noStrike" u="sng">
                <a:solidFill>
                  <a:srgbClr val="ffc000"/>
                </a:solidFill>
                <a:uFillTx/>
                <a:latin typeface="Calibri"/>
              </a:rPr>
              <a:t> .exe/.out )</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Internal/External functions linkage will be done </a:t>
            </a:r>
            <a:endParaRPr b="0" lang="en-IN" sz="1800" spc="-1" strike="noStrike">
              <a:solidFill>
                <a:srgbClr val="ffffff"/>
              </a:solidFill>
              <a:latin typeface="Arial"/>
            </a:endParaRPr>
          </a:p>
          <a:p>
            <a:pPr lvl="1" marL="743040" indent="-285840" defTabSz="457200">
              <a:lnSpc>
                <a:spcPct val="100000"/>
              </a:lnSpc>
              <a:buClr>
                <a:srgbClr val="ffffff"/>
              </a:buClr>
              <a:buFont typeface="Arial"/>
              <a:buChar char="•"/>
            </a:pPr>
            <a:r>
              <a:rPr b="0" lang="en-IN" sz="1800" spc="-1" strike="noStrike">
                <a:solidFill>
                  <a:schemeClr val="dk1"/>
                </a:solidFill>
                <a:latin typeface="Calibri"/>
              </a:rPr>
              <a:t>Generates the architecture dependent executable file to execute</a:t>
            </a:r>
            <a:endParaRPr b="0" lang="en-IN" sz="1800" spc="-1" strike="noStrike">
              <a:solidFill>
                <a:srgbClr val="ffffff"/>
              </a:solidFill>
              <a:latin typeface="Arial"/>
            </a:endParaRPr>
          </a:p>
        </p:txBody>
      </p:sp>
      <p:pic>
        <p:nvPicPr>
          <p:cNvPr id="114" name="Picture 2" descr="No hay texto alternativo para esta imagen"/>
          <p:cNvPicPr/>
          <p:nvPr/>
        </p:nvPicPr>
        <p:blipFill>
          <a:blip r:embed="rId1"/>
          <a:stretch/>
        </p:blipFill>
        <p:spPr>
          <a:xfrm>
            <a:off x="7480080" y="693360"/>
            <a:ext cx="4533480" cy="62290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Box 3"/>
          <p:cNvSpPr/>
          <p:nvPr/>
        </p:nvSpPr>
        <p:spPr>
          <a:xfrm>
            <a:off x="154800" y="85680"/>
            <a:ext cx="9558720" cy="36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1800" spc="-1" strike="noStrike" u="sng">
                <a:solidFill>
                  <a:srgbClr val="ffff00"/>
                </a:solidFill>
                <a:uFillTx/>
                <a:latin typeface="Corbel"/>
              </a:rPr>
              <a:t>STORAGE CLASSES</a:t>
            </a:r>
            <a:endParaRPr b="0" lang="en-IN" sz="1800" spc="-1" strike="noStrike">
              <a:solidFill>
                <a:srgbClr val="ffffff"/>
              </a:solidFill>
              <a:latin typeface="Arial"/>
            </a:endParaRPr>
          </a:p>
        </p:txBody>
      </p:sp>
      <p:graphicFrame>
        <p:nvGraphicFramePr>
          <p:cNvPr id="116" name="Table 5"/>
          <p:cNvGraphicFramePr/>
          <p:nvPr/>
        </p:nvGraphicFramePr>
        <p:xfrm>
          <a:off x="154800" y="480960"/>
          <a:ext cx="8538480" cy="4665600"/>
        </p:xfrm>
        <a:graphic>
          <a:graphicData uri="http://schemas.openxmlformats.org/drawingml/2006/table">
            <a:tbl>
              <a:tblPr/>
              <a:tblGrid>
                <a:gridCol w="812520"/>
                <a:gridCol w="1576800"/>
                <a:gridCol w="1410120"/>
                <a:gridCol w="1054440"/>
                <a:gridCol w="1868400"/>
                <a:gridCol w="1815480"/>
              </a:tblGrid>
              <a:tr h="639720">
                <a:tc>
                  <a:txBody>
                    <a:bodyPr anchor="t">
                      <a:noAutofit/>
                    </a:bodyPr>
                    <a:p>
                      <a:pPr algn="ctr" defTabSz="914400">
                        <a:lnSpc>
                          <a:spcPct val="100000"/>
                        </a:lnSpc>
                      </a:pPr>
                      <a:r>
                        <a:rPr b="1" lang="en-IN" sz="1800" spc="-1" strike="noStrike">
                          <a:solidFill>
                            <a:srgbClr val="ff0000"/>
                          </a:solidFill>
                          <a:latin typeface="Corbel"/>
                        </a:rPr>
                        <a:t>S.No.</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1" lang="en-IN" sz="1800" spc="-1" strike="noStrike">
                          <a:solidFill>
                            <a:srgbClr val="ff0000"/>
                          </a:solidFill>
                          <a:latin typeface="Corbel"/>
                        </a:rPr>
                        <a:t>Storage Class Name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1" lang="en-IN" sz="1800" spc="-1" strike="noStrike">
                          <a:solidFill>
                            <a:srgbClr val="ff0000"/>
                          </a:solidFill>
                          <a:latin typeface="Corbel"/>
                        </a:rPr>
                        <a:t>Storage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1" lang="en-IN" sz="1800" spc="-1" strike="noStrike">
                          <a:solidFill>
                            <a:srgbClr val="ff0000"/>
                          </a:solidFill>
                          <a:latin typeface="Corbel"/>
                        </a:rPr>
                        <a:t>Initial value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1" lang="en-IN" sz="1800" spc="-1" strike="noStrike">
                          <a:solidFill>
                            <a:srgbClr val="ff0000"/>
                          </a:solidFill>
                          <a:latin typeface="Corbel"/>
                        </a:rPr>
                        <a:t>Scope of the variable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1" lang="en-IN" sz="1800" spc="-1" strike="noStrike">
                          <a:solidFill>
                            <a:srgbClr val="ff0000"/>
                          </a:solidFill>
                          <a:latin typeface="Corbel"/>
                        </a:rPr>
                        <a:t>Life of the variable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r>
              <a:tr h="639720">
                <a:tc>
                  <a:txBody>
                    <a:bodyPr anchor="t">
                      <a:noAutofit/>
                    </a:bodyPr>
                    <a:p>
                      <a:pPr algn="ctr" defTabSz="914400">
                        <a:lnSpc>
                          <a:spcPct val="100000"/>
                        </a:lnSpc>
                      </a:pPr>
                      <a:r>
                        <a:rPr b="0" lang="en-IN" sz="1800" spc="-1" strike="noStrike">
                          <a:solidFill>
                            <a:schemeClr val="dk1"/>
                          </a:solidFill>
                          <a:latin typeface="Corbel"/>
                        </a:rPr>
                        <a:t>1</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1" lang="en-IN" sz="1800" spc="-1" strike="noStrike">
                          <a:solidFill>
                            <a:schemeClr val="dk1"/>
                          </a:solidFill>
                          <a:latin typeface="Corbel"/>
                        </a:rPr>
                        <a:t>auto</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Stack Section</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Garbage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Within function / Block</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Within function / Block</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r>
              <a:tr h="913680">
                <a:tc>
                  <a:txBody>
                    <a:bodyPr anchor="t">
                      <a:noAutofit/>
                    </a:bodyPr>
                    <a:p>
                      <a:pPr algn="ctr" defTabSz="914400">
                        <a:lnSpc>
                          <a:spcPct val="100000"/>
                        </a:lnSpc>
                      </a:pPr>
                      <a:r>
                        <a:rPr b="0" lang="en-IN" sz="1800" spc="-1" strike="noStrike">
                          <a:solidFill>
                            <a:schemeClr val="dk1"/>
                          </a:solidFill>
                          <a:latin typeface="Corbel"/>
                        </a:rPr>
                        <a:t>2</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1" lang="en-IN" sz="1800" spc="-1" strike="noStrike">
                          <a:solidFill>
                            <a:schemeClr val="dk1"/>
                          </a:solidFill>
                          <a:latin typeface="Corbel"/>
                        </a:rPr>
                        <a:t>register</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CPU Registers / Stack Section</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Garbage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Within function / Block</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Within function / Block</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r>
              <a:tr h="639720">
                <a:tc rowSpan="2">
                  <a:txBody>
                    <a:bodyPr anchor="t">
                      <a:noAutofit/>
                    </a:bodyPr>
                    <a:p>
                      <a:pPr algn="ctr" defTabSz="914400">
                        <a:lnSpc>
                          <a:spcPct val="100000"/>
                        </a:lnSpc>
                      </a:pPr>
                      <a:r>
                        <a:rPr b="0" lang="en-IN" sz="1800" spc="-1" strike="noStrike">
                          <a:solidFill>
                            <a:schemeClr val="dk1"/>
                          </a:solidFill>
                          <a:latin typeface="Corbel"/>
                        </a:rPr>
                        <a:t>3</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local </a:t>
                      </a:r>
                      <a:r>
                        <a:rPr b="1" lang="en-IN" sz="1800" spc="-1" strike="noStrike">
                          <a:solidFill>
                            <a:schemeClr val="dk1"/>
                          </a:solidFill>
                          <a:latin typeface="Corbel"/>
                        </a:rPr>
                        <a:t>static</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Data Section</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0</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Within function / Block</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Till program exists</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r>
              <a:tr h="365400">
                <a:tc vMerge="1">
                  <a:txBody>
                    <a:bodyPr lIns="90000" rIns="90000" tIns="45000" bIns="45000" anchor="t">
                      <a:noAutofit/>
                    </a:bodyPr>
                    <a:p>
                      <a:endParaRPr b="0" lang="en-IN"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anchor="t">
                      <a:noAutofit/>
                    </a:bodyPr>
                    <a:p>
                      <a:pPr algn="ctr" defTabSz="914400">
                        <a:lnSpc>
                          <a:spcPct val="100000"/>
                        </a:lnSpc>
                      </a:pPr>
                      <a:r>
                        <a:rPr b="0" lang="en-IN" sz="1800" spc="-1" strike="noStrike">
                          <a:solidFill>
                            <a:schemeClr val="dk1"/>
                          </a:solidFill>
                          <a:latin typeface="Corbel"/>
                        </a:rPr>
                        <a:t>global </a:t>
                      </a:r>
                      <a:r>
                        <a:rPr b="1" lang="en-IN" sz="1800" spc="-1" strike="noStrike">
                          <a:solidFill>
                            <a:schemeClr val="dk1"/>
                          </a:solidFill>
                          <a:latin typeface="Corbel"/>
                        </a:rPr>
                        <a:t>static</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tabLst>
                          <a:tab algn="l" pos="0"/>
                        </a:tabLst>
                      </a:pPr>
                      <a:r>
                        <a:rPr b="0" lang="en-IN" sz="1800" spc="-1" strike="noStrike">
                          <a:solidFill>
                            <a:schemeClr val="dk1"/>
                          </a:solidFill>
                          <a:latin typeface="Corbel"/>
                        </a:rPr>
                        <a:t>Data Section</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0</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Within a file only</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r>
                        <a:rPr b="0" lang="en-IN" sz="1800" spc="-1" strike="noStrike">
                          <a:solidFill>
                            <a:schemeClr val="dk1"/>
                          </a:solidFill>
                          <a:latin typeface="Corbel"/>
                        </a:rPr>
                        <a:t>Till program exists</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r>
              <a:tr h="639720">
                <a:tc>
                  <a:txBody>
                    <a:bodyPr anchor="t">
                      <a:noAutofit/>
                    </a:bodyPr>
                    <a:p>
                      <a:pPr algn="ctr" defTabSz="914400">
                        <a:lnSpc>
                          <a:spcPct val="100000"/>
                        </a:lnSpc>
                      </a:pPr>
                      <a:r>
                        <a:rPr b="0" lang="en-IN" sz="1800" spc="-1" strike="noStrike">
                          <a:solidFill>
                            <a:schemeClr val="dk1"/>
                          </a:solidFill>
                          <a:latin typeface="Corbel"/>
                        </a:rPr>
                        <a:t>4</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1" lang="en-IN" sz="1800" spc="-1" strike="noStrike">
                          <a:solidFill>
                            <a:schemeClr val="dk1"/>
                          </a:solidFill>
                          <a:latin typeface="Corbel"/>
                        </a:rPr>
                        <a:t>extern</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tabLst>
                          <a:tab algn="l" pos="0"/>
                        </a:tabLst>
                      </a:pPr>
                      <a:r>
                        <a:rPr b="0" lang="en-IN" sz="1800" spc="-1" strike="noStrike">
                          <a:solidFill>
                            <a:schemeClr val="dk1"/>
                          </a:solidFill>
                          <a:latin typeface="Corbel"/>
                        </a:rPr>
                        <a:t>Data Section</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0</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Throughout a program</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a:txBody>
                    <a:bodyPr anchor="t">
                      <a:noAutofit/>
                    </a:bodyPr>
                    <a:p>
                      <a:pPr algn="ctr" defTabSz="914400">
                        <a:lnSpc>
                          <a:spcPct val="100000"/>
                        </a:lnSpc>
                      </a:pPr>
                      <a:r>
                        <a:rPr b="0" lang="en-IN" sz="1800" spc="-1" strike="noStrike">
                          <a:solidFill>
                            <a:schemeClr val="dk1"/>
                          </a:solidFill>
                          <a:latin typeface="Corbel"/>
                        </a:rPr>
                        <a:t>Till program exists</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r>
            </a:tbl>
          </a:graphicData>
        </a:graphic>
      </p:graphicFrame>
      <p:graphicFrame>
        <p:nvGraphicFramePr>
          <p:cNvPr id="117" name="Table 6"/>
          <p:cNvGraphicFramePr/>
          <p:nvPr/>
        </p:nvGraphicFramePr>
        <p:xfrm>
          <a:off x="10124640" y="715680"/>
          <a:ext cx="1762200" cy="3524760"/>
        </p:xfrm>
        <a:graphic>
          <a:graphicData uri="http://schemas.openxmlformats.org/drawingml/2006/table">
            <a:tbl>
              <a:tblPr/>
              <a:tblGrid>
                <a:gridCol w="1762200"/>
              </a:tblGrid>
              <a:tr h="847800">
                <a:tc>
                  <a:txBody>
                    <a:bodyPr anchor="t">
                      <a:noAutofit/>
                    </a:bodyPr>
                    <a:p>
                      <a:pPr algn="ctr" defTabSz="914400">
                        <a:lnSpc>
                          <a:spcPct val="250000"/>
                        </a:lnSpc>
                      </a:pPr>
                      <a:r>
                        <a:rPr b="1" lang="en-IN" sz="1800" spc="-1" strike="noStrike">
                          <a:solidFill>
                            <a:schemeClr val="dk1"/>
                          </a:solidFill>
                          <a:latin typeface="Corbel"/>
                        </a:rPr>
                        <a:t>STACK</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847800">
                <a:tc>
                  <a:txBody>
                    <a:bodyPr anchor="t">
                      <a:noAutofit/>
                    </a:bodyPr>
                    <a:p>
                      <a:pPr algn="ctr" defTabSz="914400">
                        <a:lnSpc>
                          <a:spcPct val="250000"/>
                        </a:lnSpc>
                      </a:pPr>
                      <a:r>
                        <a:rPr b="0" lang="en-IN" sz="1800" spc="-1" strike="noStrike">
                          <a:solidFill>
                            <a:schemeClr val="dk1"/>
                          </a:solidFill>
                          <a:latin typeface="Corbel"/>
                        </a:rPr>
                        <a:t>HEAP</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3"/>
                    </a:solidFill>
                  </a:tcPr>
                </a:tc>
              </a:tr>
              <a:tr h="980640">
                <a:tc>
                  <a:txBody>
                    <a:bodyPr anchor="t">
                      <a:noAutofit/>
                    </a:bodyPr>
                    <a:p>
                      <a:pPr defTabSz="914400">
                        <a:lnSpc>
                          <a:spcPct val="250000"/>
                        </a:lnSpc>
                      </a:pPr>
                      <a:r>
                        <a:rPr b="0"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00"/>
                    </a:solidFill>
                  </a:tcPr>
                </a:tc>
              </a:tr>
              <a:tr h="847800">
                <a:tc>
                  <a:txBody>
                    <a:bodyPr anchor="t">
                      <a:noAutofit/>
                    </a:bodyPr>
                    <a:p>
                      <a:pPr algn="ctr" defTabSz="914400">
                        <a:lnSpc>
                          <a:spcPct val="250000"/>
                        </a:lnSpc>
                      </a:pPr>
                      <a:r>
                        <a:rPr b="0" lang="en-IN" sz="1800" spc="-1" strike="noStrike">
                          <a:solidFill>
                            <a:schemeClr val="dk1"/>
                          </a:solidFill>
                          <a:latin typeface="Corbel"/>
                        </a:rPr>
                        <a:t>CODE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r>
            </a:tbl>
          </a:graphicData>
        </a:graphic>
      </p:graphicFrame>
      <p:graphicFrame>
        <p:nvGraphicFramePr>
          <p:cNvPr id="118" name="Table 7"/>
          <p:cNvGraphicFramePr/>
          <p:nvPr/>
        </p:nvGraphicFramePr>
        <p:xfrm>
          <a:off x="10946160" y="2427480"/>
          <a:ext cx="874440" cy="962280"/>
        </p:xfrm>
        <a:graphic>
          <a:graphicData uri="http://schemas.openxmlformats.org/drawingml/2006/table">
            <a:tbl>
              <a:tblPr/>
              <a:tblGrid>
                <a:gridCol w="874440"/>
              </a:tblGrid>
              <a:tr h="231480">
                <a:tc>
                  <a:txBody>
                    <a:bodyPr anchor="t">
                      <a:noAutofit/>
                    </a:bodyPr>
                    <a:p>
                      <a:pPr algn="ctr" defTabSz="914400">
                        <a:lnSpc>
                          <a:spcPct val="150000"/>
                        </a:lnSpc>
                      </a:pPr>
                      <a:r>
                        <a:rPr b="0" lang="en-IN" sz="1000" spc="-1" strike="noStrike">
                          <a:solidFill>
                            <a:schemeClr val="dk1"/>
                          </a:solidFill>
                          <a:latin typeface="Corbel"/>
                        </a:rPr>
                        <a:t>.data</a:t>
                      </a:r>
                      <a:endParaRPr b="0" lang="en-IN" sz="10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b050"/>
                    </a:solidFill>
                  </a:tcPr>
                </a:tc>
              </a:tr>
              <a:tr h="231480">
                <a:tc>
                  <a:txBody>
                    <a:bodyPr anchor="t">
                      <a:noAutofit/>
                    </a:bodyPr>
                    <a:p>
                      <a:pPr algn="ctr" defTabSz="914400">
                        <a:lnSpc>
                          <a:spcPct val="150000"/>
                        </a:lnSpc>
                      </a:pPr>
                      <a:r>
                        <a:rPr b="0" lang="en-IN" sz="1000" spc="-1" strike="noStrike">
                          <a:solidFill>
                            <a:schemeClr val="dk1"/>
                          </a:solidFill>
                          <a:latin typeface="Corbel"/>
                        </a:rPr>
                        <a:t>.bss</a:t>
                      </a:r>
                      <a:endParaRPr b="0" lang="en-IN" sz="1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c000"/>
                    </a:solidFill>
                  </a:tcPr>
                </a:tc>
              </a:tr>
              <a:tr h="231480">
                <a:tc>
                  <a:txBody>
                    <a:bodyPr anchor="t">
                      <a:noAutofit/>
                    </a:bodyPr>
                    <a:p>
                      <a:pPr algn="ctr" defTabSz="914400">
                        <a:lnSpc>
                          <a:spcPct val="150000"/>
                        </a:lnSpc>
                      </a:pPr>
                      <a:r>
                        <a:rPr b="0" lang="en-IN" sz="1000" spc="-1" strike="noStrike">
                          <a:solidFill>
                            <a:schemeClr val="dk1"/>
                          </a:solidFill>
                          <a:latin typeface="Corbel"/>
                        </a:rPr>
                        <a:t>.rodata</a:t>
                      </a:r>
                      <a:endParaRPr b="0" lang="en-IN" sz="10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0000"/>
                    </a:solidFill>
                  </a:tcPr>
                </a:tc>
              </a:tr>
            </a:tbl>
          </a:graphicData>
        </a:graphic>
      </p:graphicFrame>
      <p:sp>
        <p:nvSpPr>
          <p:cNvPr id="119" name="TextBox 7"/>
          <p:cNvSpPr/>
          <p:nvPr/>
        </p:nvSpPr>
        <p:spPr>
          <a:xfrm>
            <a:off x="7566840" y="5239080"/>
            <a:ext cx="198756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IN" sz="1800" spc="-1" strike="noStrike">
                <a:solidFill>
                  <a:schemeClr val="dk1"/>
                </a:solidFill>
                <a:latin typeface="Corbel"/>
              </a:rPr>
              <a:t>Initialized variables</a:t>
            </a:r>
            <a:endParaRPr b="0" lang="en-IN" sz="1800" spc="-1" strike="noStrike">
              <a:solidFill>
                <a:srgbClr val="ffffff"/>
              </a:solidFill>
              <a:latin typeface="Arial"/>
            </a:endParaRPr>
          </a:p>
        </p:txBody>
      </p:sp>
      <p:sp>
        <p:nvSpPr>
          <p:cNvPr id="120" name="TextBox 8"/>
          <p:cNvSpPr/>
          <p:nvPr/>
        </p:nvSpPr>
        <p:spPr>
          <a:xfrm>
            <a:off x="9713880" y="5245560"/>
            <a:ext cx="241812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IN" sz="1800" spc="-1" strike="noStrike">
                <a:solidFill>
                  <a:schemeClr val="dk1"/>
                </a:solidFill>
                <a:latin typeface="Corbel"/>
              </a:rPr>
              <a:t>Uninitialized variables</a:t>
            </a:r>
            <a:endParaRPr b="0" lang="en-IN" sz="1800" spc="-1" strike="noStrike">
              <a:solidFill>
                <a:srgbClr val="ffffff"/>
              </a:solidFill>
              <a:latin typeface="Arial"/>
            </a:endParaRPr>
          </a:p>
        </p:txBody>
      </p:sp>
      <p:cxnSp>
        <p:nvCxnSpPr>
          <p:cNvPr id="121" name="Straight Arrow Connector 10"/>
          <p:cNvCxnSpPr/>
          <p:nvPr/>
        </p:nvCxnSpPr>
        <p:spPr>
          <a:xfrm flipV="1">
            <a:off x="9187920" y="2676600"/>
            <a:ext cx="1983960" cy="2773800"/>
          </a:xfrm>
          <a:prstGeom prst="straightConnector1">
            <a:avLst/>
          </a:prstGeom>
          <a:ln>
            <a:solidFill>
              <a:srgbClr val="6274d8"/>
            </a:solidFill>
            <a:tailEnd len="med" type="triangle" w="med"/>
          </a:ln>
        </p:spPr>
      </p:cxnSp>
      <p:cxnSp>
        <p:nvCxnSpPr>
          <p:cNvPr id="122" name="Straight Arrow Connector 12"/>
          <p:cNvCxnSpPr/>
          <p:nvPr/>
        </p:nvCxnSpPr>
        <p:spPr>
          <a:xfrm flipV="1">
            <a:off x="11568960" y="2915280"/>
            <a:ext cx="360" cy="2284200"/>
          </a:xfrm>
          <a:prstGeom prst="straightConnector1">
            <a:avLst/>
          </a:prstGeom>
          <a:ln>
            <a:solidFill>
              <a:srgbClr val="d15b37"/>
            </a:solidFill>
            <a:tailEnd len="med" type="triangle" w="med"/>
          </a:ln>
        </p:spPr>
      </p:cxnSp>
      <p:sp>
        <p:nvSpPr>
          <p:cNvPr id="123" name="TextBox 13"/>
          <p:cNvSpPr/>
          <p:nvPr/>
        </p:nvSpPr>
        <p:spPr>
          <a:xfrm>
            <a:off x="0" y="5040000"/>
            <a:ext cx="7740000" cy="1919160"/>
          </a:xfrm>
          <a:prstGeom prst="rect">
            <a:avLst/>
          </a:prstGeom>
          <a:noFill/>
          <a:ln w="0">
            <a:noFill/>
          </a:ln>
        </p:spPr>
        <p:style>
          <a:lnRef idx="0"/>
          <a:fillRef idx="0"/>
          <a:effectRef idx="0"/>
          <a:fontRef idx="minor"/>
        </p:style>
        <p:txBody>
          <a:bodyPr lIns="90000" rIns="90000" tIns="45000" bIns="45000" anchor="t">
            <a:spAutoFit/>
          </a:bodyPr>
          <a:p>
            <a:pPr marL="285840" indent="-285840" defTabSz="457200">
              <a:lnSpc>
                <a:spcPct val="100000"/>
              </a:lnSpc>
              <a:buClr>
                <a:srgbClr val="ffc000"/>
              </a:buClr>
              <a:buFont typeface="Wingdings" charset="2"/>
              <a:buChar char=""/>
            </a:pPr>
            <a:r>
              <a:rPr b="1" lang="en-IN" sz="2000" spc="-1" strike="noStrike">
                <a:solidFill>
                  <a:srgbClr val="ffc000"/>
                </a:solidFill>
                <a:latin typeface="Corbel"/>
              </a:rPr>
              <a:t>Cannot declare static member as a </a:t>
            </a:r>
            <a:r>
              <a:rPr b="1" i="1" lang="en-IN" sz="2000" spc="-1" strike="noStrike">
                <a:solidFill>
                  <a:srgbClr val="ffc000"/>
                </a:solidFill>
                <a:latin typeface="Corbel"/>
              </a:rPr>
              <a:t>structure variable</a:t>
            </a:r>
            <a:endParaRPr b="0" lang="en-IN" sz="2000" spc="-1" strike="noStrike">
              <a:solidFill>
                <a:srgbClr val="ffffff"/>
              </a:solidFill>
              <a:latin typeface="Arial"/>
            </a:endParaRPr>
          </a:p>
          <a:p>
            <a:pPr marL="285840" indent="-285840" defTabSz="457200">
              <a:lnSpc>
                <a:spcPct val="100000"/>
              </a:lnSpc>
              <a:buClr>
                <a:srgbClr val="ffc000"/>
              </a:buClr>
              <a:buFont typeface="Wingdings" charset="2"/>
              <a:buChar char=""/>
            </a:pPr>
            <a:r>
              <a:rPr b="1" lang="en-IN" sz="2000" spc="-1" strike="noStrike">
                <a:solidFill>
                  <a:srgbClr val="ffc000"/>
                </a:solidFill>
                <a:latin typeface="Corbel"/>
              </a:rPr>
              <a:t>Structure variables can be declared as static</a:t>
            </a:r>
            <a:endParaRPr b="0" lang="en-IN" sz="2000" spc="-1" strike="noStrike">
              <a:solidFill>
                <a:srgbClr val="ffffff"/>
              </a:solidFill>
              <a:latin typeface="Arial"/>
            </a:endParaRPr>
          </a:p>
          <a:p>
            <a:pPr marL="285840" indent="-285840" defTabSz="457200">
              <a:lnSpc>
                <a:spcPct val="100000"/>
              </a:lnSpc>
              <a:buClr>
                <a:srgbClr val="ffc000"/>
              </a:buClr>
              <a:buFont typeface="Wingdings" charset="2"/>
              <a:buChar char=""/>
            </a:pPr>
            <a:r>
              <a:rPr b="1" lang="en-IN" sz="2000" spc="-1" strike="noStrike">
                <a:solidFill>
                  <a:srgbClr val="ffc000"/>
                </a:solidFill>
                <a:latin typeface="Corbel"/>
              </a:rPr>
              <a:t>Functions can be declared as static</a:t>
            </a:r>
            <a:endParaRPr b="0" lang="en-IN" sz="2000" spc="-1" strike="noStrike">
              <a:solidFill>
                <a:srgbClr val="ffffff"/>
              </a:solidFill>
              <a:latin typeface="Arial"/>
            </a:endParaRPr>
          </a:p>
          <a:p>
            <a:pPr marL="285840" indent="-285840" defTabSz="457200">
              <a:lnSpc>
                <a:spcPct val="100000"/>
              </a:lnSpc>
              <a:buClr>
                <a:srgbClr val="ffc000"/>
              </a:buClr>
              <a:buFont typeface="Wingdings" charset="2"/>
              <a:buChar char=""/>
            </a:pPr>
            <a:r>
              <a:rPr b="1" lang="en-IN" sz="2000" spc="-1" strike="noStrike">
                <a:solidFill>
                  <a:srgbClr val="ffc000"/>
                </a:solidFill>
                <a:latin typeface="Corbel"/>
              </a:rPr>
              <a:t>Its possible to declare </a:t>
            </a:r>
            <a:r>
              <a:rPr b="1" i="1" lang="en-IN" sz="2000" spc="-1" strike="noStrike" u="sng">
                <a:solidFill>
                  <a:srgbClr val="ffc000"/>
                </a:solidFill>
                <a:uFillTx/>
                <a:latin typeface="Corbel"/>
              </a:rPr>
              <a:t>const </a:t>
            </a:r>
            <a:r>
              <a:rPr b="1" i="1" lang="en-IN" sz="2000" spc="-1" strike="noStrike">
                <a:solidFill>
                  <a:srgbClr val="ffc000"/>
                </a:solidFill>
                <a:latin typeface="Corbel"/>
              </a:rPr>
              <a:t> </a:t>
            </a:r>
            <a:r>
              <a:rPr b="1" lang="en-IN" sz="2000" spc="-1" strike="noStrike">
                <a:solidFill>
                  <a:srgbClr val="ffc000"/>
                </a:solidFill>
                <a:latin typeface="Corbel"/>
              </a:rPr>
              <a:t>variable within a structure but needs to be initialized as soon as you declare variable for the structure.</a:t>
            </a:r>
            <a:endParaRPr b="0" lang="en-IN" sz="2000" spc="-1" strike="noStrike">
              <a:solidFill>
                <a:srgbClr val="ffffff"/>
              </a:solidFill>
              <a:latin typeface="Arial"/>
            </a:endParaRPr>
          </a:p>
        </p:txBody>
      </p:sp>
      <p:sp>
        <p:nvSpPr>
          <p:cNvPr id="124" name="TextBox 14"/>
          <p:cNvSpPr/>
          <p:nvPr/>
        </p:nvSpPr>
        <p:spPr>
          <a:xfrm>
            <a:off x="9912600" y="159120"/>
            <a:ext cx="212004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1800" spc="-1" strike="noStrike" u="sng">
                <a:solidFill>
                  <a:srgbClr val="ffff00"/>
                </a:solidFill>
                <a:uFillTx/>
                <a:latin typeface="Corbel"/>
              </a:rPr>
              <a:t>C Memory Layout</a:t>
            </a:r>
            <a:endParaRPr b="0" lang="en-IN" sz="1800" spc="-1" strike="noStrike">
              <a:solidFill>
                <a:srgbClr val="ffffff"/>
              </a:solidFill>
              <a:latin typeface="Arial"/>
            </a:endParaRPr>
          </a:p>
        </p:txBody>
      </p:sp>
      <p:cxnSp>
        <p:nvCxnSpPr>
          <p:cNvPr id="125" name="Straight Arrow Connector 2"/>
          <p:cNvCxnSpPr/>
          <p:nvPr/>
        </p:nvCxnSpPr>
        <p:spPr>
          <a:xfrm>
            <a:off x="11449800" y="1006920"/>
            <a:ext cx="360" cy="504000"/>
          </a:xfrm>
          <a:prstGeom prst="straightConnector1">
            <a:avLst/>
          </a:prstGeom>
          <a:ln>
            <a:solidFill>
              <a:srgbClr val="000000"/>
            </a:solidFill>
            <a:tailEnd len="med" type="triangle" w="med"/>
          </a:ln>
        </p:spPr>
      </p:cxnSp>
      <p:cxnSp>
        <p:nvCxnSpPr>
          <p:cNvPr id="126" name="Straight Arrow Connector 17"/>
          <p:cNvCxnSpPr/>
          <p:nvPr/>
        </p:nvCxnSpPr>
        <p:spPr>
          <a:xfrm flipV="1">
            <a:off x="11476080" y="1643040"/>
            <a:ext cx="360" cy="490680"/>
          </a:xfrm>
          <a:prstGeom prst="straightConnector1">
            <a:avLst/>
          </a:prstGeom>
          <a:ln>
            <a:solidFill>
              <a:srgbClr val="6274d8">
                <a:lumMod val="50000"/>
              </a:srgbClr>
            </a:solidFill>
            <a:tailEnd len="med" type="triangle" w="med"/>
          </a:ln>
        </p:spPr>
      </p:cxnSp>
      <p:sp>
        <p:nvSpPr>
          <p:cNvPr id="127" name="Left Brace 18"/>
          <p:cNvSpPr/>
          <p:nvPr/>
        </p:nvSpPr>
        <p:spPr>
          <a:xfrm>
            <a:off x="9912600" y="675720"/>
            <a:ext cx="132120" cy="2381040"/>
          </a:xfrm>
          <a:prstGeom prst="lef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28" name="TextBox 19"/>
          <p:cNvSpPr/>
          <p:nvPr/>
        </p:nvSpPr>
        <p:spPr>
          <a:xfrm>
            <a:off x="8839080" y="1431360"/>
            <a:ext cx="1046520" cy="912600"/>
          </a:xfrm>
          <a:prstGeom prst="rect">
            <a:avLst/>
          </a:prstGeom>
          <a:solidFill>
            <a:schemeClr val="accent2">
              <a:lumMod val="50000"/>
            </a:schemeClr>
          </a:solidFill>
          <a:ln w="0">
            <a:noFill/>
          </a:ln>
        </p:spPr>
        <p:style>
          <a:lnRef idx="0"/>
          <a:fillRef idx="0"/>
          <a:effectRef idx="0"/>
          <a:fontRef idx="minor"/>
        </p:style>
        <p:txBody>
          <a:bodyPr lIns="90000" rIns="90000" tIns="45000" bIns="45000" anchor="t">
            <a:spAutoFit/>
          </a:bodyPr>
          <a:p>
            <a:pPr algn="ctr" defTabSz="457200">
              <a:lnSpc>
                <a:spcPct val="100000"/>
              </a:lnSpc>
            </a:pPr>
            <a:r>
              <a:rPr b="0" lang="en-IN" sz="1800" spc="-1" strike="noStrike">
                <a:solidFill>
                  <a:schemeClr val="dk1"/>
                </a:solidFill>
                <a:latin typeface="Corbel"/>
              </a:rPr>
              <a:t>Mapped to </a:t>
            </a:r>
            <a:endParaRPr b="0" lang="en-IN" sz="1800" spc="-1" strike="noStrike">
              <a:solidFill>
                <a:srgbClr val="ffffff"/>
              </a:solidFill>
              <a:latin typeface="Arial"/>
            </a:endParaRPr>
          </a:p>
          <a:p>
            <a:pPr algn="ctr" defTabSz="457200">
              <a:lnSpc>
                <a:spcPct val="100000"/>
              </a:lnSpc>
            </a:pPr>
            <a:r>
              <a:rPr b="0" lang="en-IN" sz="1800" spc="-1" strike="noStrike">
                <a:solidFill>
                  <a:schemeClr val="dk1"/>
                </a:solidFill>
                <a:latin typeface="Corbel"/>
              </a:rPr>
              <a:t>RAM</a:t>
            </a:r>
            <a:endParaRPr b="0" lang="en-IN" sz="1800" spc="-1" strike="noStrike">
              <a:solidFill>
                <a:srgbClr val="ffffff"/>
              </a:solidFill>
              <a:latin typeface="Arial"/>
            </a:endParaRPr>
          </a:p>
        </p:txBody>
      </p:sp>
      <p:sp>
        <p:nvSpPr>
          <p:cNvPr id="129" name="Left Brace 20"/>
          <p:cNvSpPr/>
          <p:nvPr/>
        </p:nvSpPr>
        <p:spPr>
          <a:xfrm>
            <a:off x="9939240" y="3057120"/>
            <a:ext cx="132120" cy="1182960"/>
          </a:xfrm>
          <a:prstGeom prst="lef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30" name="TextBox 21"/>
          <p:cNvSpPr/>
          <p:nvPr/>
        </p:nvSpPr>
        <p:spPr>
          <a:xfrm>
            <a:off x="8898840" y="3200400"/>
            <a:ext cx="1046520" cy="912600"/>
          </a:xfrm>
          <a:prstGeom prst="rect">
            <a:avLst/>
          </a:prstGeom>
          <a:solidFill>
            <a:schemeClr val="accent6"/>
          </a:solidFill>
          <a:ln w="0">
            <a:noFill/>
          </a:ln>
        </p:spPr>
        <p:style>
          <a:lnRef idx="0"/>
          <a:fillRef idx="0"/>
          <a:effectRef idx="0"/>
          <a:fontRef idx="minor"/>
        </p:style>
        <p:txBody>
          <a:bodyPr lIns="90000" rIns="90000" tIns="45000" bIns="45000" anchor="t">
            <a:spAutoFit/>
          </a:bodyPr>
          <a:p>
            <a:pPr algn="ctr" defTabSz="457200">
              <a:lnSpc>
                <a:spcPct val="100000"/>
              </a:lnSpc>
            </a:pPr>
            <a:r>
              <a:rPr b="0" lang="en-IN" sz="1800" spc="-1" strike="noStrike">
                <a:solidFill>
                  <a:schemeClr val="dk1"/>
                </a:solidFill>
                <a:latin typeface="Corbel"/>
              </a:rPr>
              <a:t>Mapped to </a:t>
            </a:r>
            <a:endParaRPr b="0" lang="en-IN" sz="1800" spc="-1" strike="noStrike">
              <a:solidFill>
                <a:srgbClr val="ffffff"/>
              </a:solidFill>
              <a:latin typeface="Arial"/>
            </a:endParaRPr>
          </a:p>
          <a:p>
            <a:pPr algn="ctr" defTabSz="457200">
              <a:lnSpc>
                <a:spcPct val="100000"/>
              </a:lnSpc>
            </a:pPr>
            <a:r>
              <a:rPr b="0" lang="en-IN" sz="1800" spc="-1" strike="noStrike">
                <a:solidFill>
                  <a:schemeClr val="dk1"/>
                </a:solidFill>
                <a:latin typeface="Corbel"/>
              </a:rPr>
              <a:t>Flash</a:t>
            </a:r>
            <a:endParaRPr b="0" lang="en-IN" sz="1800" spc="-1" strike="noStrike">
              <a:solidFill>
                <a:srgbClr val="ffffff"/>
              </a:solidFill>
              <a:latin typeface="Arial"/>
            </a:endParaRPr>
          </a:p>
        </p:txBody>
      </p:sp>
      <p:cxnSp>
        <p:nvCxnSpPr>
          <p:cNvPr id="131" name="Straight Arrow Connector 23"/>
          <p:cNvCxnSpPr/>
          <p:nvPr/>
        </p:nvCxnSpPr>
        <p:spPr>
          <a:xfrm flipV="1">
            <a:off x="9846360" y="3336120"/>
            <a:ext cx="1325520" cy="2436840"/>
          </a:xfrm>
          <a:prstGeom prst="straightConnector1">
            <a:avLst/>
          </a:prstGeom>
          <a:ln>
            <a:solidFill>
              <a:srgbClr val="d15b37">
                <a:lumMod val="50000"/>
              </a:srgbClr>
            </a:solidFill>
            <a:tailEnd len="med" type="triangle" w="med"/>
          </a:ln>
        </p:spPr>
      </p:cxnSp>
      <p:sp>
        <p:nvSpPr>
          <p:cNvPr id="132" name="TextBox 24"/>
          <p:cNvSpPr/>
          <p:nvPr/>
        </p:nvSpPr>
        <p:spPr>
          <a:xfrm>
            <a:off x="8485200" y="5727600"/>
            <a:ext cx="3547440" cy="912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IN" sz="1800" spc="-1" strike="noStrike">
                <a:solidFill>
                  <a:schemeClr val="accent2">
                    <a:lumMod val="40000"/>
                    <a:lumOff val="60000"/>
                  </a:schemeClr>
                </a:solidFill>
                <a:latin typeface="Corbel"/>
              </a:rPr>
              <a:t>Strings will be stored here.</a:t>
            </a:r>
            <a:endParaRPr b="0" lang="en-IN" sz="1800" spc="-1" strike="noStrike">
              <a:solidFill>
                <a:srgbClr val="ffffff"/>
              </a:solidFill>
              <a:latin typeface="Arial"/>
            </a:endParaRPr>
          </a:p>
          <a:p>
            <a:pPr defTabSz="457200">
              <a:lnSpc>
                <a:spcPct val="100000"/>
              </a:lnSpc>
            </a:pPr>
            <a:r>
              <a:rPr b="0" lang="en-IN" sz="1800" spc="-1" strike="noStrike">
                <a:solidFill>
                  <a:schemeClr val="accent2">
                    <a:lumMod val="40000"/>
                    <a:lumOff val="60000"/>
                  </a:schemeClr>
                </a:solidFill>
                <a:latin typeface="Corbel"/>
              </a:rPr>
              <a:t>Global const and static const behaviour is undefined</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347760" y="-172440"/>
            <a:ext cx="10515240" cy="887400"/>
          </a:xfrm>
          <a:prstGeom prst="rect">
            <a:avLst/>
          </a:prstGeom>
          <a:noFill/>
          <a:ln w="0">
            <a:noFill/>
          </a:ln>
        </p:spPr>
        <p:txBody>
          <a:bodyPr lIns="91440" rIns="91440" tIns="45720" bIns="45720" anchor="ctr">
            <a:normAutofit/>
          </a:bodyPr>
          <a:p>
            <a:pPr indent="0" defTabSz="914400">
              <a:lnSpc>
                <a:spcPct val="100000"/>
              </a:lnSpc>
              <a:buNone/>
            </a:pPr>
            <a:r>
              <a:rPr b="1" lang="en-IN" sz="2800" spc="-1" strike="noStrike" u="sng">
                <a:solidFill>
                  <a:srgbClr val="ffff00"/>
                </a:solidFill>
                <a:uFillTx/>
                <a:latin typeface="Corbel"/>
              </a:rPr>
              <a:t>Modifiers</a:t>
            </a:r>
            <a:endParaRPr b="0" lang="en-US" sz="2800" spc="-1" strike="noStrike">
              <a:solidFill>
                <a:schemeClr val="dk1"/>
              </a:solidFill>
              <a:latin typeface="Corbel"/>
            </a:endParaRPr>
          </a:p>
        </p:txBody>
      </p:sp>
      <p:sp>
        <p:nvSpPr>
          <p:cNvPr id="134" name="TextBox 3"/>
          <p:cNvSpPr/>
          <p:nvPr/>
        </p:nvSpPr>
        <p:spPr>
          <a:xfrm>
            <a:off x="347760" y="596520"/>
            <a:ext cx="4346280" cy="1309320"/>
          </a:xfrm>
          <a:prstGeom prst="rect">
            <a:avLst/>
          </a:prstGeom>
          <a:noFill/>
          <a:ln w="0">
            <a:noFill/>
          </a:ln>
        </p:spPr>
        <p:style>
          <a:lnRef idx="0"/>
          <a:fillRef idx="0"/>
          <a:effectRef idx="0"/>
          <a:fontRef idx="minor"/>
        </p:style>
        <p:txBody>
          <a:bodyPr lIns="90000" rIns="90000" tIns="45000" bIns="45000" anchor="t">
            <a:spAutoFit/>
          </a:bodyPr>
          <a:p>
            <a:pPr marL="285840" indent="-285840" defTabSz="457200">
              <a:lnSpc>
                <a:spcPct val="100000"/>
              </a:lnSpc>
              <a:buClr>
                <a:srgbClr val="ffffff"/>
              </a:buClr>
              <a:buFont typeface="Arial"/>
              <a:buChar char="•"/>
            </a:pPr>
            <a:r>
              <a:rPr b="0" lang="en-IN" sz="2000" spc="-1" strike="noStrike">
                <a:solidFill>
                  <a:schemeClr val="dk1"/>
                </a:solidFill>
                <a:latin typeface="Corbel"/>
              </a:rPr>
              <a:t>short</a:t>
            </a:r>
            <a:endParaRPr b="0" lang="en-IN" sz="2000" spc="-1" strike="noStrike">
              <a:solidFill>
                <a:srgbClr val="ffffff"/>
              </a:solidFill>
              <a:latin typeface="Arial"/>
            </a:endParaRPr>
          </a:p>
          <a:p>
            <a:pPr marL="285840" indent="-285840" defTabSz="457200">
              <a:lnSpc>
                <a:spcPct val="100000"/>
              </a:lnSpc>
              <a:buClr>
                <a:srgbClr val="ffffff"/>
              </a:buClr>
              <a:buFont typeface="Arial"/>
              <a:buChar char="•"/>
            </a:pPr>
            <a:r>
              <a:rPr b="0" lang="en-IN" sz="2000" spc="-1" strike="noStrike">
                <a:solidFill>
                  <a:schemeClr val="dk1"/>
                </a:solidFill>
                <a:latin typeface="Corbel"/>
              </a:rPr>
              <a:t>long</a:t>
            </a:r>
            <a:endParaRPr b="0" lang="en-IN" sz="2000" spc="-1" strike="noStrike">
              <a:solidFill>
                <a:srgbClr val="ffffff"/>
              </a:solidFill>
              <a:latin typeface="Arial"/>
            </a:endParaRPr>
          </a:p>
          <a:p>
            <a:pPr marL="285840" indent="-285840" defTabSz="457200">
              <a:lnSpc>
                <a:spcPct val="100000"/>
              </a:lnSpc>
              <a:buClr>
                <a:srgbClr val="ffffff"/>
              </a:buClr>
              <a:buFont typeface="Arial"/>
              <a:buChar char="•"/>
            </a:pPr>
            <a:r>
              <a:rPr b="0" lang="en-IN" sz="2000" spc="-1" strike="noStrike">
                <a:solidFill>
                  <a:schemeClr val="dk1"/>
                </a:solidFill>
                <a:latin typeface="Corbel"/>
              </a:rPr>
              <a:t>unsigned</a:t>
            </a:r>
            <a:endParaRPr b="0" lang="en-IN" sz="2000" spc="-1" strike="noStrike">
              <a:solidFill>
                <a:srgbClr val="ffffff"/>
              </a:solidFill>
              <a:latin typeface="Arial"/>
            </a:endParaRPr>
          </a:p>
          <a:p>
            <a:pPr marL="285840" indent="-285840" defTabSz="457200">
              <a:lnSpc>
                <a:spcPct val="100000"/>
              </a:lnSpc>
              <a:buClr>
                <a:srgbClr val="ffffff"/>
              </a:buClr>
              <a:buFont typeface="Arial"/>
              <a:buChar char="•"/>
            </a:pPr>
            <a:r>
              <a:rPr b="0" lang="en-IN" sz="2000" spc="-1" strike="noStrike">
                <a:solidFill>
                  <a:schemeClr val="dk1"/>
                </a:solidFill>
                <a:latin typeface="Corbel"/>
              </a:rPr>
              <a:t>signed</a:t>
            </a:r>
            <a:endParaRPr b="0" lang="en-IN" sz="2000" spc="-1" strike="noStrike">
              <a:solidFill>
                <a:srgbClr val="ffffff"/>
              </a:solidFill>
              <a:latin typeface="Arial"/>
            </a:endParaRPr>
          </a:p>
        </p:txBody>
      </p:sp>
      <p:sp>
        <p:nvSpPr>
          <p:cNvPr id="135" name="Title 1"/>
          <p:cNvSpPr/>
          <p:nvPr/>
        </p:nvSpPr>
        <p:spPr>
          <a:xfrm>
            <a:off x="347760" y="1947600"/>
            <a:ext cx="10515240" cy="483480"/>
          </a:xfrm>
          <a:prstGeom prst="rect">
            <a:avLst/>
          </a:prstGeom>
          <a:noFill/>
          <a:ln w="0">
            <a:noFill/>
          </a:ln>
        </p:spPr>
        <p:style>
          <a:lnRef idx="0"/>
          <a:fillRef idx="0"/>
          <a:effectRef idx="0"/>
          <a:fontRef idx="minor"/>
        </p:style>
        <p:txBody>
          <a:bodyPr anchor="ctr">
            <a:normAutofit fontScale="93703"/>
          </a:bodyPr>
          <a:p>
            <a:pPr defTabSz="914400">
              <a:lnSpc>
                <a:spcPct val="100000"/>
              </a:lnSpc>
            </a:pPr>
            <a:r>
              <a:rPr b="1" lang="en-IN" sz="2800" spc="-1" strike="noStrike" u="sng">
                <a:solidFill>
                  <a:srgbClr val="ffff00"/>
                </a:solidFill>
                <a:uFillTx/>
                <a:latin typeface="Corbel"/>
              </a:rPr>
              <a:t>Qualifiers</a:t>
            </a:r>
            <a:endParaRPr b="0" lang="en-IN" sz="2800" spc="-1" strike="noStrike">
              <a:solidFill>
                <a:srgbClr val="ffffff"/>
              </a:solidFill>
              <a:latin typeface="Arial"/>
            </a:endParaRPr>
          </a:p>
        </p:txBody>
      </p:sp>
      <p:sp>
        <p:nvSpPr>
          <p:cNvPr id="136" name="TextBox 6"/>
          <p:cNvSpPr/>
          <p:nvPr/>
        </p:nvSpPr>
        <p:spPr>
          <a:xfrm>
            <a:off x="347760" y="2269080"/>
            <a:ext cx="11781000" cy="4204440"/>
          </a:xfrm>
          <a:prstGeom prst="rect">
            <a:avLst/>
          </a:prstGeom>
          <a:noFill/>
          <a:ln w="0">
            <a:noFill/>
          </a:ln>
        </p:spPr>
        <p:style>
          <a:lnRef idx="0"/>
          <a:fillRef idx="0"/>
          <a:effectRef idx="0"/>
          <a:fontRef idx="minor"/>
        </p:style>
        <p:txBody>
          <a:bodyPr lIns="90000" rIns="90000" tIns="45000" bIns="45000" anchor="t">
            <a:spAutoFit/>
          </a:bodyPr>
          <a:p>
            <a:pPr marL="285840" indent="-285840" defTabSz="457200">
              <a:lnSpc>
                <a:spcPct val="100000"/>
              </a:lnSpc>
              <a:buClr>
                <a:srgbClr val="a1ace8"/>
              </a:buClr>
              <a:buFont typeface="Arial"/>
              <a:buChar char="•"/>
            </a:pPr>
            <a:r>
              <a:rPr b="1" lang="en-IN" sz="1800" spc="-1" strike="noStrike">
                <a:solidFill>
                  <a:schemeClr val="accent4">
                    <a:lumMod val="60000"/>
                    <a:lumOff val="40000"/>
                  </a:schemeClr>
                </a:solidFill>
                <a:latin typeface="Corbel"/>
              </a:rPr>
              <a:t>const</a:t>
            </a:r>
            <a:endParaRPr b="0" lang="en-IN" sz="1800" spc="-1" strike="noStrike">
              <a:solidFill>
                <a:srgbClr val="ffffff"/>
              </a:solidFill>
              <a:latin typeface="Arial"/>
            </a:endParaRPr>
          </a:p>
          <a:p>
            <a:pPr lvl="1" marL="743040" indent="-285840" defTabSz="457200">
              <a:lnSpc>
                <a:spcPct val="100000"/>
              </a:lnSpc>
              <a:buClr>
                <a:srgbClr val="ffffff"/>
              </a:buClr>
              <a:buFont typeface="Wingdings" charset="2"/>
              <a:buChar char=""/>
            </a:pPr>
            <a:r>
              <a:rPr b="0" lang="en-IN" sz="1800" spc="-1" strike="noStrike">
                <a:solidFill>
                  <a:schemeClr val="dk1"/>
                </a:solidFill>
                <a:latin typeface="Corbel"/>
              </a:rPr>
              <a:t>Constant variable gets stored in different sections of the memory based on how you are declaring:</a:t>
            </a:r>
            <a:endParaRPr b="0" lang="en-IN" sz="1800" spc="-1" strike="noStrike">
              <a:solidFill>
                <a:srgbClr val="ffffff"/>
              </a:solidFill>
              <a:latin typeface="Arial"/>
            </a:endParaRPr>
          </a:p>
          <a:p>
            <a:pPr lvl="2" marL="1200240" indent="-285840" defTabSz="457200">
              <a:lnSpc>
                <a:spcPct val="100000"/>
              </a:lnSpc>
              <a:buClr>
                <a:srgbClr val="aacd5b"/>
              </a:buClr>
              <a:buFont typeface="Wingdings" charset="2"/>
              <a:buChar char=""/>
            </a:pPr>
            <a:r>
              <a:rPr b="0" lang="en-IN" sz="1800" spc="-1" strike="noStrike">
                <a:solidFill>
                  <a:schemeClr val="accent2"/>
                </a:solidFill>
                <a:latin typeface="Corbel"/>
              </a:rPr>
              <a:t>auto const</a:t>
            </a:r>
            <a:r>
              <a:rPr b="0" lang="en-IN" sz="1800" spc="-1" strike="noStrike">
                <a:solidFill>
                  <a:schemeClr val="dk1"/>
                </a:solidFill>
                <a:latin typeface="Corbel"/>
              </a:rPr>
              <a:t> variable will be stored in </a:t>
            </a:r>
            <a:r>
              <a:rPr b="0" lang="en-IN" sz="1800" spc="-1" strike="noStrike">
                <a:solidFill>
                  <a:schemeClr val="accent2"/>
                </a:solidFill>
                <a:latin typeface="Corbel"/>
              </a:rPr>
              <a:t>stack</a:t>
            </a:r>
            <a:r>
              <a:rPr b="0" lang="en-IN" sz="1800" spc="-1" strike="noStrike">
                <a:solidFill>
                  <a:schemeClr val="dk1"/>
                </a:solidFill>
                <a:latin typeface="Corbel"/>
              </a:rPr>
              <a:t> section and using pointer you can modify it.</a:t>
            </a:r>
            <a:endParaRPr b="0" lang="en-IN" sz="1800" spc="-1" strike="noStrike">
              <a:solidFill>
                <a:srgbClr val="ffffff"/>
              </a:solidFill>
              <a:latin typeface="Arial"/>
            </a:endParaRPr>
          </a:p>
          <a:p>
            <a:pPr lvl="2" marL="1200240" indent="-285840" defTabSz="457200">
              <a:lnSpc>
                <a:spcPct val="100000"/>
              </a:lnSpc>
              <a:buClr>
                <a:srgbClr val="aacd5b"/>
              </a:buClr>
              <a:buFont typeface="Wingdings" charset="2"/>
              <a:buChar char=""/>
            </a:pPr>
            <a:r>
              <a:rPr b="0" lang="en-IN" sz="1800" spc="-1" strike="noStrike">
                <a:solidFill>
                  <a:schemeClr val="accent2"/>
                </a:solidFill>
                <a:latin typeface="Corbel"/>
              </a:rPr>
              <a:t>Uninitialized global const </a:t>
            </a:r>
            <a:r>
              <a:rPr b="0" lang="en-IN" sz="1800" spc="-1" strike="noStrike">
                <a:solidFill>
                  <a:schemeClr val="dk1"/>
                </a:solidFill>
                <a:latin typeface="Corbel"/>
              </a:rPr>
              <a:t>variables will be stored in .</a:t>
            </a:r>
            <a:r>
              <a:rPr b="0" lang="en-IN" sz="1800" spc="-1" strike="noStrike">
                <a:solidFill>
                  <a:schemeClr val="accent2"/>
                </a:solidFill>
                <a:latin typeface="Corbel"/>
              </a:rPr>
              <a:t>bss</a:t>
            </a:r>
            <a:r>
              <a:rPr b="0" lang="en-IN" sz="1800" spc="-1" strike="noStrike">
                <a:solidFill>
                  <a:schemeClr val="dk1"/>
                </a:solidFill>
                <a:latin typeface="Corbel"/>
              </a:rPr>
              <a:t> section and using pointers you can modify it.</a:t>
            </a:r>
            <a:endParaRPr b="0" lang="en-IN" sz="1800" spc="-1" strike="noStrike">
              <a:solidFill>
                <a:srgbClr val="ffffff"/>
              </a:solidFill>
              <a:latin typeface="Arial"/>
            </a:endParaRPr>
          </a:p>
          <a:p>
            <a:pPr lvl="2" marL="1200240" indent="-285840" defTabSz="457200">
              <a:lnSpc>
                <a:spcPct val="100000"/>
              </a:lnSpc>
              <a:buClr>
                <a:srgbClr val="aacd5b"/>
              </a:buClr>
              <a:buFont typeface="Wingdings" charset="2"/>
              <a:buChar char=""/>
            </a:pPr>
            <a:r>
              <a:rPr b="0" lang="en-IN" sz="1800" spc="-1" strike="noStrike">
                <a:solidFill>
                  <a:schemeClr val="accent2"/>
                </a:solidFill>
                <a:latin typeface="Corbel"/>
              </a:rPr>
              <a:t>global const and Static const </a:t>
            </a:r>
            <a:r>
              <a:rPr b="0" lang="en-IN" sz="1800" spc="-1" strike="noStrike">
                <a:solidFill>
                  <a:schemeClr val="dk2">
                    <a:lumMod val="20000"/>
                    <a:lumOff val="80000"/>
                  </a:schemeClr>
                </a:solidFill>
                <a:latin typeface="Corbel"/>
              </a:rPr>
              <a:t>variable behaviour is undefined.</a:t>
            </a:r>
            <a:r>
              <a:rPr b="0" lang="en-IN" sz="1800" spc="-1" strike="noStrike">
                <a:solidFill>
                  <a:schemeClr val="dk1"/>
                </a:solidFill>
                <a:latin typeface="Corbel"/>
              </a:rPr>
              <a:t>  </a:t>
            </a:r>
            <a:endParaRPr b="0" lang="en-IN" sz="1800" spc="-1" strike="noStrike">
              <a:solidFill>
                <a:srgbClr val="ffffff"/>
              </a:solidFill>
              <a:latin typeface="Arial"/>
            </a:endParaRPr>
          </a:p>
          <a:p>
            <a:pPr lvl="2" marL="1200240" indent="-285840" defTabSz="457200">
              <a:lnSpc>
                <a:spcPct val="100000"/>
              </a:lnSpc>
              <a:buClr>
                <a:srgbClr val="aacd5b"/>
              </a:buClr>
              <a:buFont typeface="Wingdings" charset="2"/>
              <a:buChar char=""/>
            </a:pPr>
            <a:r>
              <a:rPr b="0" lang="en-IN" sz="1800" spc="-1" strike="noStrike">
                <a:solidFill>
                  <a:schemeClr val="accent2"/>
                </a:solidFill>
                <a:latin typeface="Corbel"/>
              </a:rPr>
              <a:t>Strings</a:t>
            </a:r>
            <a:r>
              <a:rPr b="0" lang="en-IN" sz="1800" spc="-1" strike="noStrike">
                <a:solidFill>
                  <a:schemeClr val="dk1"/>
                </a:solidFill>
                <a:latin typeface="Corbel"/>
              </a:rPr>
              <a:t> gets stored in </a:t>
            </a:r>
            <a:r>
              <a:rPr b="0" lang="en-IN" sz="1800" spc="-1" strike="noStrike">
                <a:solidFill>
                  <a:schemeClr val="accent2"/>
                </a:solidFill>
                <a:latin typeface="Corbel"/>
              </a:rPr>
              <a:t>RODATA</a:t>
            </a:r>
            <a:r>
              <a:rPr b="0" lang="en-IN" sz="1800" spc="-1" strike="noStrike">
                <a:solidFill>
                  <a:schemeClr val="dk1"/>
                </a:solidFill>
                <a:latin typeface="Corbel"/>
              </a:rPr>
              <a:t> section.</a:t>
            </a:r>
            <a:endParaRPr b="0" lang="en-IN" sz="1800" spc="-1" strike="noStrike">
              <a:solidFill>
                <a:srgbClr val="ffffff"/>
              </a:solidFill>
              <a:latin typeface="Arial"/>
            </a:endParaRPr>
          </a:p>
          <a:p>
            <a:pPr marL="285840" indent="-285840" defTabSz="457200">
              <a:lnSpc>
                <a:spcPct val="100000"/>
              </a:lnSpc>
              <a:buClr>
                <a:srgbClr val="a1ace8"/>
              </a:buClr>
              <a:buFont typeface="Arial"/>
              <a:buChar char="•"/>
            </a:pPr>
            <a:r>
              <a:rPr b="1" lang="en-IN" sz="1800" spc="-1" strike="noStrike">
                <a:solidFill>
                  <a:schemeClr val="accent4">
                    <a:lumMod val="60000"/>
                    <a:lumOff val="40000"/>
                  </a:schemeClr>
                </a:solidFill>
                <a:latin typeface="Corbel"/>
              </a:rPr>
              <a:t>volatile</a:t>
            </a:r>
            <a:endParaRPr b="0" lang="en-IN" sz="1800" spc="-1" strike="noStrike">
              <a:solidFill>
                <a:srgbClr val="ffffff"/>
              </a:solidFill>
              <a:latin typeface="Arial"/>
            </a:endParaRPr>
          </a:p>
          <a:p>
            <a:pPr lvl="1" marL="743040" indent="-285840" defTabSz="457200">
              <a:lnSpc>
                <a:spcPct val="100000"/>
              </a:lnSpc>
              <a:buClr>
                <a:srgbClr val="ffffff"/>
              </a:buClr>
              <a:buFont typeface="Wingdings" charset="2"/>
              <a:buChar char=""/>
            </a:pPr>
            <a:r>
              <a:rPr b="0" lang="en-IN" sz="1800" spc="-1" strike="noStrike">
                <a:solidFill>
                  <a:schemeClr val="dk1"/>
                </a:solidFill>
                <a:latin typeface="Corbel"/>
              </a:rPr>
              <a:t>Assume that there is a TEMP sensor which will sense the temperature data and its driver can read the data and write into some shared memory and there is an application which will display the whether condition on the screen by reading the data from that same shared memory.</a:t>
            </a:r>
            <a:endParaRPr b="0" lang="en-IN" sz="1800" spc="-1" strike="noStrike">
              <a:solidFill>
                <a:srgbClr val="ffffff"/>
              </a:solidFill>
              <a:latin typeface="Arial"/>
            </a:endParaRPr>
          </a:p>
          <a:p>
            <a:pPr lvl="1" marL="743040" indent="-285840" defTabSz="457200">
              <a:lnSpc>
                <a:spcPct val="100000"/>
              </a:lnSpc>
              <a:buClr>
                <a:srgbClr val="ffffff"/>
              </a:buClr>
              <a:buFont typeface="Wingdings" charset="2"/>
              <a:buChar char=""/>
            </a:pPr>
            <a:r>
              <a:rPr b="0" lang="en-IN" sz="1800" spc="-1" strike="noStrike">
                <a:solidFill>
                  <a:schemeClr val="dk1"/>
                </a:solidFill>
                <a:latin typeface="Corbel"/>
              </a:rPr>
              <a:t>These are 2 different programs and in application your program only reads this memory value so compiler will optimizes it to get better performance but we need always updated value from memory so </a:t>
            </a:r>
            <a:r>
              <a:rPr b="0" lang="en-IN" sz="1800" spc="-1" strike="noStrike">
                <a:solidFill>
                  <a:schemeClr val="accent2"/>
                </a:solidFill>
                <a:latin typeface="Corbel"/>
              </a:rPr>
              <a:t>to avoid optimization </a:t>
            </a:r>
            <a:r>
              <a:rPr b="0" lang="en-IN" sz="1800" spc="-1" strike="noStrike">
                <a:solidFill>
                  <a:schemeClr val="dk1"/>
                </a:solidFill>
                <a:latin typeface="Corbel"/>
              </a:rPr>
              <a:t>we will use volatile.</a:t>
            </a:r>
            <a:endParaRPr b="0" lang="en-IN" sz="1800" spc="-1" strike="noStrike">
              <a:solidFill>
                <a:srgbClr val="ffffff"/>
              </a:solidFill>
              <a:latin typeface="Arial"/>
            </a:endParaRPr>
          </a:p>
          <a:p>
            <a:pPr lvl="1" marL="743040" indent="-285840" defTabSz="457200">
              <a:lnSpc>
                <a:spcPct val="100000"/>
              </a:lnSpc>
              <a:buClr>
                <a:srgbClr val="aacd5b"/>
              </a:buClr>
              <a:buFont typeface="Wingdings" charset="2"/>
              <a:buChar char=""/>
            </a:pPr>
            <a:r>
              <a:rPr b="1" lang="en-IN" sz="1800" spc="-1" strike="noStrike">
                <a:solidFill>
                  <a:schemeClr val="accent2"/>
                </a:solidFill>
                <a:latin typeface="Corbel"/>
              </a:rPr>
              <a:t>const volatile </a:t>
            </a:r>
            <a:r>
              <a:rPr b="0" lang="en-IN" sz="1800" spc="-1" strike="noStrike">
                <a:solidFill>
                  <a:schemeClr val="dk1"/>
                </a:solidFill>
                <a:latin typeface="Corbel"/>
              </a:rPr>
              <a:t>is also possible as we are not modifying the variable in that program.</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TextBox 3"/>
          <p:cNvSpPr/>
          <p:nvPr/>
        </p:nvSpPr>
        <p:spPr>
          <a:xfrm>
            <a:off x="205560" y="129240"/>
            <a:ext cx="11781000" cy="7221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1800" spc="-1" strike="noStrike" u="sng">
                <a:solidFill>
                  <a:srgbClr val="ffff00"/>
                </a:solidFill>
                <a:uFillTx/>
                <a:latin typeface="Corbel"/>
              </a:rPr>
              <a:t>Memory Corruptions</a:t>
            </a:r>
            <a:endParaRPr b="0" lang="en-IN" sz="1800" spc="-1" strike="noStrike">
              <a:solidFill>
                <a:srgbClr val="ffffff"/>
              </a:solidFill>
              <a:latin typeface="Arial"/>
            </a:endParaRPr>
          </a:p>
          <a:p>
            <a:pPr defTabSz="457200">
              <a:lnSpc>
                <a:spcPct val="100000"/>
              </a:lnSpc>
            </a:pPr>
            <a:r>
              <a:rPr b="0" lang="en-IN" sz="1800" spc="-1" strike="noStrike" u="sng">
                <a:solidFill>
                  <a:srgbClr val="ffc000"/>
                </a:solidFill>
                <a:uFillTx/>
                <a:latin typeface="Corbel"/>
              </a:rPr>
              <a:t>Global Memory Corruption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A global data can be corrupted due to </a:t>
            </a:r>
            <a:r>
              <a:rPr b="1" lang="en-IN" sz="1800" spc="-1" strike="noStrike">
                <a:solidFill>
                  <a:schemeClr val="dk1"/>
                </a:solidFill>
                <a:latin typeface="Corbel"/>
              </a:rPr>
              <a:t>Array index overflow</a:t>
            </a:r>
            <a:r>
              <a:rPr b="0" lang="en-IN" sz="1800" spc="-1" strike="noStrike">
                <a:solidFill>
                  <a:schemeClr val="dk1"/>
                </a:solidFill>
                <a:latin typeface="Corbel"/>
              </a:rPr>
              <a:t> from the previous data or </a:t>
            </a:r>
            <a:r>
              <a:rPr b="1" lang="en-IN" sz="1800" spc="-1" strike="noStrike">
                <a:solidFill>
                  <a:schemeClr val="dk1"/>
                </a:solidFill>
                <a:latin typeface="Corbel"/>
              </a:rPr>
              <a:t>Array index underflow</a:t>
            </a:r>
            <a:r>
              <a:rPr b="0" lang="en-IN" sz="1800" spc="-1" strike="noStrike">
                <a:solidFill>
                  <a:schemeClr val="dk1"/>
                </a:solidFill>
                <a:latin typeface="Corbel"/>
              </a:rPr>
              <a:t> from the next data.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Uninitialized pointers can also cause this issue.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To debug:</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Put a write break point and debug it.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If no debug setup available then browse through the code to find if any previous or next data causing this.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Or else looking at the patterns what has written in your global location can also give you an idea.</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u="sng">
                <a:solidFill>
                  <a:srgbClr val="ffc000"/>
                </a:solidFill>
                <a:uFillTx/>
                <a:latin typeface="Corbel"/>
              </a:rPr>
              <a:t>Heap Memory Corruption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Corruption on the heap can be very hard to detect. A heap corruption could lead to a crash in </a:t>
            </a:r>
            <a:r>
              <a:rPr b="1" lang="en-IN" sz="1800" spc="-1" strike="noStrike">
                <a:solidFill>
                  <a:schemeClr val="dk1"/>
                </a:solidFill>
                <a:latin typeface="Corbel"/>
              </a:rPr>
              <a:t>heap management primitives</a:t>
            </a:r>
            <a:r>
              <a:rPr b="0" lang="en-IN" sz="1800" spc="-1" strike="noStrike">
                <a:solidFill>
                  <a:schemeClr val="dk1"/>
                </a:solidFill>
                <a:latin typeface="Corbel"/>
              </a:rPr>
              <a:t> that are invoked by memory management functions like malloc and free.</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Reasons: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If a crash is observed in memory management primitives of the operating system, heap corruption is a possibility. It has been observed that memory buffer corruption sometimes leads to corruption of OS buffer linked list, causing crashes on OS code.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If a memory corruption is observed in an allocated buffer, check the buffers in the vicinity of this buffer to look for source of corruption.</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Corruption of buffers close to heap boundary might be due to stack overflow or stack overwrite leading to heap corruption Conversely, stack corruption might take place if a write into the heap overflows and corrupts the stack area.</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TextBox 1"/>
          <p:cNvSpPr/>
          <p:nvPr/>
        </p:nvSpPr>
        <p:spPr>
          <a:xfrm>
            <a:off x="186480" y="205920"/>
            <a:ext cx="11818440" cy="639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IN" sz="1800" spc="-1" strike="noStrike" u="sng">
                <a:solidFill>
                  <a:srgbClr val="ffc000"/>
                </a:solidFill>
                <a:uFillTx/>
                <a:latin typeface="Corbel"/>
              </a:rPr>
              <a:t>Stack Memory Corruption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Stack corruption is a phenomenon in which some memory locations at stack are accessed unintentionally due to wrong coding leading to change in values at those memory locations. Since the data corruption happens on stack memory locations, hence the term Stack Corruption.</a:t>
            </a:r>
            <a:br>
              <a:rPr sz="1800"/>
            </a:br>
            <a:br>
              <a:rPr sz="1800"/>
            </a:br>
            <a:r>
              <a:rPr b="1" lang="en-IN" sz="1800" spc="-1" strike="noStrike">
                <a:solidFill>
                  <a:schemeClr val="dk1"/>
                </a:solidFill>
                <a:latin typeface="Corbel"/>
              </a:rPr>
              <a:t>Reasons :</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Due to bad written code, all the stack memory gets eaten up (like infinite function call)</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Accessing array out of bounds.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An undefined/freed pointer pointing or storing a garbage stack address.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When due to some reason, the return address of a function call gets corrupted. </a:t>
            </a:r>
            <a:br>
              <a:rPr sz="1800"/>
            </a:br>
            <a:r>
              <a:rPr b="0" lang="en-IN" sz="1800" spc="-1" strike="noStrike">
                <a:solidFill>
                  <a:schemeClr val="dk1"/>
                </a:solidFill>
                <a:latin typeface="Corbel"/>
              </a:rPr>
              <a:t> </a:t>
            </a:r>
            <a:endParaRPr b="0" lang="en-IN" sz="1800" spc="-1" strike="noStrike">
              <a:solidFill>
                <a:srgbClr val="ffffff"/>
              </a:solidFill>
              <a:latin typeface="Arial"/>
            </a:endParaRPr>
          </a:p>
          <a:p>
            <a:pPr algn="ctr" defTabSz="457200">
              <a:lnSpc>
                <a:spcPct val="100000"/>
              </a:lnSpc>
            </a:pPr>
            <a:r>
              <a:rPr b="1" lang="en-IN" sz="1800" spc="-1" strike="noStrike" u="sng">
                <a:solidFill>
                  <a:srgbClr val="ffff00"/>
                </a:solidFill>
                <a:uFillTx/>
                <a:latin typeface="Corbel"/>
              </a:rPr>
              <a:t>Dynamic Memory Use Cases</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In most of the compilers, some extra bytes will be allocated for any dynamic memory allocations for book-keeping information like SIZE of the allocation, etc.</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marL="343080" indent="-343080" defTabSz="457200">
              <a:lnSpc>
                <a:spcPct val="100000"/>
              </a:lnSpc>
              <a:buClr>
                <a:srgbClr val="ffffff"/>
              </a:buClr>
              <a:buFont typeface="Arial"/>
              <a:buAutoNum type="arabicParenR"/>
            </a:pPr>
            <a:r>
              <a:rPr b="0" lang="en-IN" sz="1800" spc="-1" strike="noStrike">
                <a:solidFill>
                  <a:schemeClr val="dk1"/>
                </a:solidFill>
                <a:latin typeface="Corbel"/>
              </a:rPr>
              <a:t>malloc( 0 ) returns atleast  </a:t>
            </a:r>
            <a:r>
              <a:rPr b="0" lang="en-IN" sz="1800" spc="-1" strike="noStrike">
                <a:solidFill>
                  <a:srgbClr val="ffc000"/>
                </a:solidFill>
                <a:latin typeface="Corbel"/>
              </a:rPr>
              <a:t>small chunk of memory</a:t>
            </a:r>
            <a:r>
              <a:rPr b="0" lang="en-IN" sz="1800" spc="-1" strike="noStrike">
                <a:solidFill>
                  <a:schemeClr val="dk1"/>
                </a:solidFill>
                <a:latin typeface="Corbel"/>
              </a:rPr>
              <a:t> (16B for example) which needs to be freed later.</a:t>
            </a:r>
            <a:endParaRPr b="0" lang="en-IN" sz="1800" spc="-1" strike="noStrike">
              <a:solidFill>
                <a:srgbClr val="ffffff"/>
              </a:solidFill>
              <a:latin typeface="Arial"/>
            </a:endParaRPr>
          </a:p>
          <a:p>
            <a:pPr marL="343080" indent="-343080" defTabSz="457200">
              <a:lnSpc>
                <a:spcPct val="100000"/>
              </a:lnSpc>
              <a:buClr>
                <a:srgbClr val="ffffff"/>
              </a:buClr>
              <a:buFont typeface="Arial"/>
              <a:buAutoNum type="arabicParenR"/>
            </a:pPr>
            <a:r>
              <a:rPr b="0" lang="en-IN" sz="1800" spc="-1" strike="noStrike">
                <a:solidFill>
                  <a:schemeClr val="dk1"/>
                </a:solidFill>
                <a:latin typeface="Corbel"/>
              </a:rPr>
              <a:t>malloc(-ve value) </a:t>
            </a:r>
            <a:r>
              <a:rPr b="0" lang="en-IN" sz="1800" spc="-1" strike="noStrike">
                <a:solidFill>
                  <a:srgbClr val="ffc000"/>
                </a:solidFill>
                <a:latin typeface="Corbel"/>
              </a:rPr>
              <a:t>will try to allocate huge block and fails </a:t>
            </a:r>
            <a:r>
              <a:rPr b="0" lang="en-IN" sz="1800" spc="-1" strike="noStrike">
                <a:solidFill>
                  <a:schemeClr val="dk1"/>
                </a:solidFill>
                <a:latin typeface="Corbel"/>
              </a:rPr>
              <a:t>if memory is not available because malloc takes unsigned value and –ve value rounded to huge positive value.</a:t>
            </a:r>
            <a:endParaRPr b="0" lang="en-IN" sz="1800" spc="-1" strike="noStrike">
              <a:solidFill>
                <a:srgbClr val="ffffff"/>
              </a:solidFill>
              <a:latin typeface="Arial"/>
            </a:endParaRPr>
          </a:p>
          <a:p>
            <a:pPr marL="343080" indent="-343080" defTabSz="457200">
              <a:lnSpc>
                <a:spcPct val="100000"/>
              </a:lnSpc>
              <a:buClr>
                <a:srgbClr val="ffffff"/>
              </a:buClr>
              <a:buFont typeface="Arial"/>
              <a:buAutoNum type="arabicParenR"/>
            </a:pPr>
            <a:r>
              <a:rPr b="0" lang="en-IN" sz="1800" spc="-1" strike="noStrike">
                <a:solidFill>
                  <a:schemeClr val="dk1"/>
                </a:solidFill>
                <a:latin typeface="Corbel"/>
              </a:rPr>
              <a:t>free(ptr) looks for </a:t>
            </a:r>
            <a:r>
              <a:rPr b="0" lang="en-IN" sz="1800" spc="-1" strike="noStrike">
                <a:solidFill>
                  <a:srgbClr val="ffc000"/>
                </a:solidFill>
                <a:latin typeface="Corbel"/>
              </a:rPr>
              <a:t>small chunk to find out SIZE </a:t>
            </a:r>
            <a:r>
              <a:rPr b="0" lang="en-IN" sz="1800" spc="-1" strike="noStrike">
                <a:solidFill>
                  <a:schemeClr val="dk1"/>
                </a:solidFill>
                <a:latin typeface="Corbel"/>
              </a:rPr>
              <a:t>of the allocated memory and frees it.</a:t>
            </a:r>
            <a:endParaRPr b="0" lang="en-IN" sz="1800" spc="-1" strike="noStrike">
              <a:solidFill>
                <a:srgbClr val="ffffff"/>
              </a:solidFill>
              <a:latin typeface="Arial"/>
            </a:endParaRPr>
          </a:p>
          <a:p>
            <a:pPr marL="343080" indent="-343080" defTabSz="457200">
              <a:lnSpc>
                <a:spcPct val="100000"/>
              </a:lnSpc>
              <a:buClr>
                <a:srgbClr val="ffffff"/>
              </a:buClr>
              <a:buFont typeface="Arial"/>
              <a:buAutoNum type="arabicParenR"/>
            </a:pPr>
            <a:r>
              <a:rPr b="0" lang="en-IN" sz="1800" spc="-1" strike="noStrike">
                <a:solidFill>
                  <a:schemeClr val="dk1"/>
                </a:solidFill>
                <a:latin typeface="Corbel"/>
              </a:rPr>
              <a:t>realloc (ptr, 0) also works as malloc (0).</a:t>
            </a:r>
            <a:endParaRPr b="0" lang="en-IN" sz="1800" spc="-1" strike="noStrike">
              <a:solidFill>
                <a:srgbClr val="ffffff"/>
              </a:solidFill>
              <a:latin typeface="Arial"/>
            </a:endParaRPr>
          </a:p>
        </p:txBody>
      </p:sp>
      <p:graphicFrame>
        <p:nvGraphicFramePr>
          <p:cNvPr id="139" name="Table 3"/>
          <p:cNvGraphicFramePr/>
          <p:nvPr/>
        </p:nvGraphicFramePr>
        <p:xfrm>
          <a:off x="2345760" y="4585320"/>
          <a:ext cx="7434000" cy="579240"/>
        </p:xfrm>
        <a:graphic>
          <a:graphicData uri="http://schemas.openxmlformats.org/drawingml/2006/table">
            <a:tbl>
              <a:tblPr/>
              <a:tblGrid>
                <a:gridCol w="2266200"/>
                <a:gridCol w="5168160"/>
              </a:tblGrid>
              <a:tr h="289440">
                <a:tc>
                  <a:txBody>
                    <a:bodyPr anchor="t">
                      <a:noAutofit/>
                    </a:bodyPr>
                    <a:p>
                      <a:pPr algn="ctr" defTabSz="914400">
                        <a:lnSpc>
                          <a:spcPct val="100000"/>
                        </a:lnSpc>
                      </a:pPr>
                      <a:r>
                        <a:rPr b="1" lang="en-IN" sz="1600" spc="-1" strike="noStrike">
                          <a:solidFill>
                            <a:schemeClr val="dk1"/>
                          </a:solidFill>
                          <a:latin typeface="Corbel"/>
                        </a:rPr>
                        <a:t>Extra bytes for header</a:t>
                      </a:r>
                      <a:endParaRPr b="0" lang="en-IN" sz="16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lumMod val="75000"/>
                      </a:schemeClr>
                    </a:solidFill>
                  </a:tcPr>
                </a:tc>
                <a:tc>
                  <a:txBody>
                    <a:bodyPr anchor="t">
                      <a:noAutofit/>
                    </a:bodyPr>
                    <a:p>
                      <a:pPr algn="ctr" defTabSz="914400">
                        <a:lnSpc>
                          <a:spcPct val="100000"/>
                        </a:lnSpc>
                      </a:pPr>
                      <a:r>
                        <a:rPr b="1" lang="en-IN" sz="1800" spc="-1" strike="noStrike">
                          <a:solidFill>
                            <a:schemeClr val="dk1"/>
                          </a:solidFill>
                          <a:latin typeface="Corbel"/>
                        </a:rPr>
                        <a:t>Actual requested SIZE</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92d050"/>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TextBox 1"/>
          <p:cNvSpPr/>
          <p:nvPr/>
        </p:nvSpPr>
        <p:spPr>
          <a:xfrm>
            <a:off x="715680" y="90000"/>
            <a:ext cx="10760400" cy="639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1800" spc="-1" strike="noStrike" u="sng">
                <a:solidFill>
                  <a:srgbClr val="ff0000"/>
                </a:solidFill>
                <a:uFillTx/>
                <a:latin typeface="Corbel"/>
              </a:rPr>
              <a:t>Note:</a:t>
            </a:r>
            <a:endParaRPr b="0" lang="en-IN" sz="1800" spc="-1" strike="noStrike">
              <a:solidFill>
                <a:srgbClr val="ffffff"/>
              </a:solidFill>
              <a:latin typeface="Arial"/>
            </a:endParaRPr>
          </a:p>
          <a:p>
            <a:pPr defTabSz="457200">
              <a:lnSpc>
                <a:spcPct val="100000"/>
              </a:lnSpc>
            </a:pPr>
            <a:r>
              <a:rPr b="1" lang="en-IN" sz="1800" spc="-1" strike="noStrike" u="sng">
                <a:solidFill>
                  <a:srgbClr val="ffff00"/>
                </a:solidFill>
                <a:uFillTx/>
                <a:latin typeface="Corbel"/>
              </a:rPr>
              <a:t>1) Size of a pointer is equal to size of ARCH-bit/8.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For example, for 64-bit machine, 64/8 = 8 bytes and for 32-bit, 32/8 = 4 bytes.</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endParaRPr b="0" lang="en-IN" sz="1800" spc="-1" strike="noStrike">
              <a:solidFill>
                <a:srgbClr val="ffffff"/>
              </a:solidFill>
              <a:latin typeface="Arial"/>
            </a:endParaRPr>
          </a:p>
          <a:p>
            <a:pPr defTabSz="457200">
              <a:lnSpc>
                <a:spcPct val="100000"/>
              </a:lnSpc>
            </a:pPr>
            <a:r>
              <a:rPr b="1" lang="en-IN" sz="1800" spc="-1" strike="noStrike" u="sng">
                <a:solidFill>
                  <a:srgbClr val="ffff00"/>
                </a:solidFill>
                <a:uFillTx/>
                <a:latin typeface="Corbel"/>
              </a:rPr>
              <a:t>2) How to know the STACK is growing up/down?</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main()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char x[2];</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if((&amp;x[1] - &amp;x[0])  &lt; 0 )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printf(“DOWN STACK\n”);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else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printf(“UP STACK\n”);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u="sng">
                <a:solidFill>
                  <a:srgbClr val="ffff00"/>
                </a:solidFill>
                <a:uFillTx/>
                <a:latin typeface="Corbel"/>
              </a:rPr>
              <a:t>3) sizeof  operator implementation:</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s-ES" sz="1800" spc="-1" strike="noStrike">
                <a:solidFill>
                  <a:schemeClr val="dk1"/>
                </a:solidFill>
                <a:latin typeface="Corbel"/>
              </a:rPr>
              <a:t>#define SIZEOF(X)       ({__typeof__(X) Y; ((char*)(&amp;Y+1) - (char*)(&amp;Y));})</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s-ES" sz="1800" spc="-1" strike="noStrike" u="sng">
                <a:solidFill>
                  <a:srgbClr val="ffff00"/>
                </a:solidFill>
                <a:uFillTx/>
                <a:latin typeface="Corbel"/>
              </a:rPr>
              <a:t>4) Container of a structure variable:</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#define  CONTAINER_OF(ptr, type, member)       ((type*) ((char*)ptr - (char*)&amp;(((type*)0)-&gt;member)))</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Box 3"/>
          <p:cNvSpPr/>
          <p:nvPr/>
        </p:nvSpPr>
        <p:spPr>
          <a:xfrm>
            <a:off x="304920" y="225360"/>
            <a:ext cx="11886840" cy="648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1800" spc="-1" strike="noStrike" u="sng">
                <a:solidFill>
                  <a:srgbClr val="ffff00"/>
                </a:solidFill>
                <a:uFillTx/>
                <a:latin typeface="Corbel"/>
              </a:rPr>
              <a:t>STRUCTURE:</a:t>
            </a:r>
            <a:endParaRPr b="0" lang="en-IN" sz="1800" spc="-1" strike="noStrike">
              <a:solidFill>
                <a:srgbClr val="ffffff"/>
              </a:solidFill>
              <a:latin typeface="Arial"/>
            </a:endParaRPr>
          </a:p>
          <a:p>
            <a:pPr defTabSz="457200">
              <a:lnSpc>
                <a:spcPct val="100000"/>
              </a:lnSpc>
            </a:pPr>
            <a:r>
              <a:rPr b="0" lang="en-IN" sz="1600" spc="-1" strike="noStrike">
                <a:solidFill>
                  <a:schemeClr val="dk1"/>
                </a:solidFill>
                <a:latin typeface="Corbel"/>
              </a:rPr>
              <a:t>Structure is an user defined data type which will keeps all the related data members of  an entity into a single container.</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For example PROCESS is an entity and its structure can be defined as below:</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struct process</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without struct padding</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With struct padding</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uint32_t  process_no;</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uint32_t  pp_no;</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struct process *child_processes;</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1" lang="en-IN" sz="1800" spc="-1" strike="noStrike" u="sng">
                <a:solidFill>
                  <a:srgbClr val="ffff00"/>
                </a:solidFill>
                <a:uFillTx/>
                <a:latin typeface="Corbel"/>
              </a:rPr>
              <a:t>STRUCTURE PADDING:</a:t>
            </a:r>
            <a:endParaRPr b="0" lang="en-IN" sz="18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By default any processor access the memory word by word.</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For example, on 32-bit ARM processor memory will be accessed 4 bytes (1 word) at a time.</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struct xyz</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int x;</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char y;</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float z;</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p:txBody>
      </p:sp>
      <p:graphicFrame>
        <p:nvGraphicFramePr>
          <p:cNvPr id="142" name="Table 5"/>
          <p:cNvGraphicFramePr/>
          <p:nvPr/>
        </p:nvGraphicFramePr>
        <p:xfrm>
          <a:off x="7977960" y="2040840"/>
          <a:ext cx="1046520" cy="4412880"/>
        </p:xfrm>
        <a:graphic>
          <a:graphicData uri="http://schemas.openxmlformats.org/drawingml/2006/table">
            <a:tbl>
              <a:tblPr/>
              <a:tblGrid>
                <a:gridCol w="1046880"/>
              </a:tblGrid>
              <a:tr h="367560">
                <a:tc>
                  <a:txBody>
                    <a:bodyPr anchor="t">
                      <a:noAutofit/>
                    </a:bodyPr>
                    <a:p>
                      <a:pPr algn="ctr" defTabSz="914400">
                        <a:lnSpc>
                          <a:spcPct val="100000"/>
                        </a:lnSpc>
                      </a:pPr>
                      <a:r>
                        <a:rPr b="1" lang="en-IN" sz="1800" spc="-1" strike="noStrike">
                          <a:solidFill>
                            <a:schemeClr val="dk1"/>
                          </a:solidFill>
                          <a:latin typeface="Corbel"/>
                        </a:rPr>
                        <a:t>x0</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x1</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x2</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x3</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y0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z0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z1</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z2</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z3</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r h="367560">
                <a:tc>
                  <a:txBody>
                    <a:bodyPr anchor="t">
                      <a:noAutofit/>
                    </a:bodyPr>
                    <a:p>
                      <a:endParaRPr b="0" lang="en-IN" sz="1800" spc="-1" strike="noStrike">
                        <a:solidFill>
                          <a:schemeClr val="dk1"/>
                        </a:solidFill>
                        <a:latin typeface="Corbe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r h="367560">
                <a:tc>
                  <a:txBody>
                    <a:bodyPr anchor="t">
                      <a:noAutofit/>
                    </a:bodyPr>
                    <a:p>
                      <a:endParaRPr b="0" lang="en-IN" sz="1800" spc="-1" strike="noStrike">
                        <a:solidFill>
                          <a:schemeClr val="dk1"/>
                        </a:solidFill>
                        <a:latin typeface="Corbe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r h="367560">
                <a:tc>
                  <a:txBody>
                    <a:bodyPr anchor="t">
                      <a:noAutofit/>
                    </a:bodyPr>
                    <a:p>
                      <a:endParaRPr b="0" lang="en-IN" sz="1800" spc="-1" strike="noStrike">
                        <a:solidFill>
                          <a:schemeClr val="dk1"/>
                        </a:solidFill>
                        <a:latin typeface="Corbe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graphicFrame>
        <p:nvGraphicFramePr>
          <p:cNvPr id="143" name="Table 5"/>
          <p:cNvGraphicFramePr/>
          <p:nvPr/>
        </p:nvGraphicFramePr>
        <p:xfrm>
          <a:off x="10860120" y="2021040"/>
          <a:ext cx="1046520" cy="4412880"/>
        </p:xfrm>
        <a:graphic>
          <a:graphicData uri="http://schemas.openxmlformats.org/drawingml/2006/table">
            <a:tbl>
              <a:tblPr/>
              <a:tblGrid>
                <a:gridCol w="1046880"/>
              </a:tblGrid>
              <a:tr h="367560">
                <a:tc>
                  <a:txBody>
                    <a:bodyPr anchor="t">
                      <a:noAutofit/>
                    </a:bodyPr>
                    <a:p>
                      <a:pPr algn="ctr" defTabSz="914400">
                        <a:lnSpc>
                          <a:spcPct val="100000"/>
                        </a:lnSpc>
                      </a:pPr>
                      <a:r>
                        <a:rPr b="1" lang="en-IN" sz="1800" spc="-1" strike="noStrike">
                          <a:solidFill>
                            <a:schemeClr val="dk1"/>
                          </a:solidFill>
                          <a:latin typeface="Corbel"/>
                        </a:rPr>
                        <a:t>x0</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x1</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x2</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x3</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r>
              <a:tr h="367560">
                <a:tc>
                  <a:txBody>
                    <a:bodyPr anchor="t">
                      <a:noAutofit/>
                    </a:bodyPr>
                    <a:p>
                      <a:pPr algn="ctr" defTabSz="914400">
                        <a:lnSpc>
                          <a:spcPct val="100000"/>
                        </a:lnSpc>
                      </a:pPr>
                      <a:r>
                        <a:rPr b="0" lang="en-IN" sz="1800" spc="-1" strike="noStrike">
                          <a:solidFill>
                            <a:schemeClr val="dk1"/>
                          </a:solidFill>
                          <a:latin typeface="Corbel"/>
                        </a:rPr>
                        <a:t>y0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0c0"/>
                    </a:solidFill>
                  </a:tcPr>
                </a:tc>
              </a:tr>
              <a:tr h="367560">
                <a:tc>
                  <a:txBody>
                    <a:bodyPr anchor="t">
                      <a:noAutofit/>
                    </a:bodyPr>
                    <a:p>
                      <a:pPr algn="ctr" defTabSz="914400">
                        <a:lnSpc>
                          <a:spcPct val="100000"/>
                        </a:lnSpc>
                      </a:pPr>
                      <a:r>
                        <a:rPr b="0" lang="en-IN" sz="1800" spc="-1" strike="noStrike">
                          <a:solidFill>
                            <a:schemeClr val="dk1"/>
                          </a:solidFill>
                          <a:latin typeface="Corbel"/>
                        </a:rPr>
                        <a:t>z0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r h="367560">
                <a:tc>
                  <a:txBody>
                    <a:bodyPr anchor="t">
                      <a:noAutofit/>
                    </a:bodyPr>
                    <a:p>
                      <a:pPr algn="ctr" defTabSz="914400">
                        <a:lnSpc>
                          <a:spcPct val="100000"/>
                        </a:lnSpc>
                      </a:pPr>
                      <a:r>
                        <a:rPr b="0" lang="en-IN" sz="1800" spc="-1" strike="noStrike">
                          <a:solidFill>
                            <a:schemeClr val="dk1"/>
                          </a:solidFill>
                          <a:latin typeface="Corbel"/>
                        </a:rPr>
                        <a:t>z1</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r h="367560">
                <a:tc>
                  <a:txBody>
                    <a:bodyPr anchor="t">
                      <a:noAutofit/>
                    </a:bodyPr>
                    <a:p>
                      <a:pPr algn="ctr" defTabSz="914400">
                        <a:lnSpc>
                          <a:spcPct val="100000"/>
                        </a:lnSpc>
                      </a:pPr>
                      <a:r>
                        <a:rPr b="0" lang="en-IN" sz="1800" spc="-1" strike="noStrike">
                          <a:solidFill>
                            <a:schemeClr val="dk1"/>
                          </a:solidFill>
                          <a:latin typeface="Corbel"/>
                        </a:rPr>
                        <a:t>z2</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r h="367560">
                <a:tc>
                  <a:txBody>
                    <a:bodyPr anchor="t">
                      <a:noAutofit/>
                    </a:bodyPr>
                    <a:p>
                      <a:pPr algn="ctr" defTabSz="914400">
                        <a:lnSpc>
                          <a:spcPct val="100000"/>
                        </a:lnSpc>
                      </a:pPr>
                      <a:r>
                        <a:rPr b="0" lang="en-IN" sz="1800" spc="-1" strike="noStrike">
                          <a:solidFill>
                            <a:schemeClr val="dk1"/>
                          </a:solidFill>
                          <a:latin typeface="Corbel"/>
                        </a:rPr>
                        <a:t>z3</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sp>
        <p:nvSpPr>
          <p:cNvPr id="144" name="Rectangle: Rounded Corners 9"/>
          <p:cNvSpPr/>
          <p:nvPr/>
        </p:nvSpPr>
        <p:spPr>
          <a:xfrm>
            <a:off x="9445320" y="3657600"/>
            <a:ext cx="1046520" cy="1033200"/>
          </a:xfrm>
          <a:prstGeom prst="roundRect">
            <a:avLst>
              <a:gd name="adj" fmla="val 16667"/>
            </a:avLst>
          </a:prstGeom>
          <a:solidFill>
            <a:srgbClr val="73cbb2"/>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IN" sz="1800" spc="-1" strike="noStrike">
                <a:solidFill>
                  <a:schemeClr val="lt2"/>
                </a:solidFill>
                <a:latin typeface="Corbel"/>
              </a:rPr>
              <a:t>ARM</a:t>
            </a:r>
            <a:endParaRPr b="0" lang="en-IN" sz="1800" spc="-1" strike="noStrike">
              <a:solidFill>
                <a:srgbClr val="000000"/>
              </a:solidFill>
              <a:latin typeface="Arial"/>
            </a:endParaRPr>
          </a:p>
        </p:txBody>
      </p:sp>
      <p:sp>
        <p:nvSpPr>
          <p:cNvPr id="145" name="Right Brace 13"/>
          <p:cNvSpPr/>
          <p:nvPr/>
        </p:nvSpPr>
        <p:spPr>
          <a:xfrm>
            <a:off x="9024840" y="2067480"/>
            <a:ext cx="420480" cy="1387800"/>
          </a:xfrm>
          <a:prstGeom prst="righ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46" name="Right Brace 14"/>
          <p:cNvSpPr/>
          <p:nvPr/>
        </p:nvSpPr>
        <p:spPr>
          <a:xfrm>
            <a:off x="9044640" y="3558600"/>
            <a:ext cx="420480" cy="1387800"/>
          </a:xfrm>
          <a:prstGeom prst="righ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47" name="Right Brace 15"/>
          <p:cNvSpPr/>
          <p:nvPr/>
        </p:nvSpPr>
        <p:spPr>
          <a:xfrm>
            <a:off x="9057960" y="5029200"/>
            <a:ext cx="420480" cy="1387800"/>
          </a:xfrm>
          <a:prstGeom prst="righ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48" name="Left Brace 16"/>
          <p:cNvSpPr/>
          <p:nvPr/>
        </p:nvSpPr>
        <p:spPr>
          <a:xfrm>
            <a:off x="10465920" y="2040840"/>
            <a:ext cx="321120" cy="1401480"/>
          </a:xfrm>
          <a:prstGeom prst="lef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49" name="Left Brace 17"/>
          <p:cNvSpPr/>
          <p:nvPr/>
        </p:nvSpPr>
        <p:spPr>
          <a:xfrm>
            <a:off x="10525680" y="3518280"/>
            <a:ext cx="321120" cy="1401480"/>
          </a:xfrm>
          <a:prstGeom prst="lef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50" name="Left Brace 18"/>
          <p:cNvSpPr/>
          <p:nvPr/>
        </p:nvSpPr>
        <p:spPr>
          <a:xfrm>
            <a:off x="10525680" y="4989600"/>
            <a:ext cx="321120" cy="1401480"/>
          </a:xfrm>
          <a:prstGeom prst="leftBrace">
            <a:avLst>
              <a:gd name="adj1" fmla="val 8333"/>
              <a:gd name="adj2" fmla="val 50000"/>
            </a:avLst>
          </a:prstGeom>
          <a:noFill/>
          <a:ln>
            <a:solidFill>
              <a:srgbClr val="73cbb2"/>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Box 3"/>
          <p:cNvSpPr/>
          <p:nvPr/>
        </p:nvSpPr>
        <p:spPr>
          <a:xfrm>
            <a:off x="344520" y="38520"/>
            <a:ext cx="11661480" cy="6977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2800" spc="-1" strike="noStrike" u="sng">
                <a:solidFill>
                  <a:srgbClr val="ffc000"/>
                </a:solidFill>
                <a:uFillTx/>
                <a:latin typeface="Corbel"/>
              </a:rPr>
              <a:t>Bitfields:</a:t>
            </a:r>
            <a:endParaRPr b="0" lang="en-IN" sz="2800" spc="-1" strike="noStrike">
              <a:solidFill>
                <a:srgbClr val="ffffff"/>
              </a:solidFill>
              <a:latin typeface="Arial"/>
            </a:endParaRPr>
          </a:p>
          <a:p>
            <a:pPr defTabSz="457200">
              <a:lnSpc>
                <a:spcPct val="100000"/>
              </a:lnSpc>
            </a:pPr>
            <a:r>
              <a:rPr b="0" lang="en-IN" sz="1800" spc="-1" strike="noStrike">
                <a:solidFill>
                  <a:schemeClr val="dk1"/>
                </a:solidFill>
                <a:latin typeface="Corbel"/>
              </a:rPr>
              <a:t>Bitfields are used in the scenario where we use flag in our code and for that no need to waste lot of memory instead we can use few bits from the byte or word. We can save the memory with bitfields.</a:t>
            </a:r>
            <a:endParaRPr b="0" lang="en-IN" sz="1800" spc="-1" strike="noStrike">
              <a:solidFill>
                <a:srgbClr val="ffffff"/>
              </a:solidFill>
              <a:latin typeface="Arial"/>
            </a:endParaRPr>
          </a:p>
          <a:p>
            <a:pPr defTabSz="457200">
              <a:lnSpc>
                <a:spcPct val="100000"/>
              </a:lnSpc>
            </a:pPr>
            <a:endParaRPr b="0" lang="en-IN" sz="1050" spc="-1" strike="noStrike">
              <a:solidFill>
                <a:srgbClr val="ffffff"/>
              </a:solidFill>
              <a:latin typeface="Arial"/>
            </a:endParaRPr>
          </a:p>
          <a:p>
            <a:pPr defTabSz="457200">
              <a:lnSpc>
                <a:spcPct val="100000"/>
              </a:lnSpc>
            </a:pPr>
            <a:r>
              <a:rPr b="1" lang="en-IN" sz="1800" spc="-1" strike="noStrike">
                <a:solidFill>
                  <a:schemeClr val="dk1"/>
                </a:solidFill>
                <a:latin typeface="Corbel"/>
              </a:rPr>
              <a:t>Declaration:</a:t>
            </a:r>
            <a:endParaRPr b="0" lang="en-IN" sz="1800" spc="-1" strike="noStrike">
              <a:solidFill>
                <a:srgbClr val="ffffff"/>
              </a:solidFill>
              <a:latin typeface="Arial"/>
            </a:endParaRPr>
          </a:p>
          <a:p>
            <a:pPr defTabSz="457200">
              <a:lnSpc>
                <a:spcPct val="100000"/>
              </a:lnSpc>
            </a:pPr>
            <a:r>
              <a:rPr b="0" lang="en-IN" sz="1600" spc="-1" strike="noStrike">
                <a:solidFill>
                  <a:schemeClr val="dk1"/>
                </a:solidFill>
                <a:latin typeface="Corbel"/>
              </a:rPr>
              <a:t>struct bitfield</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char  flag1:1;</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char  flag2:4;</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}b;</a:t>
            </a:r>
            <a:endParaRPr b="0" lang="en-IN" sz="1600" spc="-1" strike="noStrike">
              <a:solidFill>
                <a:srgbClr val="ffffff"/>
              </a:solidFill>
              <a:latin typeface="Arial"/>
            </a:endParaRPr>
          </a:p>
          <a:p>
            <a:pPr defTabSz="457200">
              <a:lnSpc>
                <a:spcPct val="100000"/>
              </a:lnSpc>
            </a:pPr>
            <a:endParaRPr b="0" lang="en-IN" sz="1100" spc="-1" strike="noStrike">
              <a:solidFill>
                <a:srgbClr val="ffffff"/>
              </a:solidFill>
              <a:latin typeface="Arial"/>
            </a:endParaRPr>
          </a:p>
          <a:p>
            <a:pPr defTabSz="457200">
              <a:lnSpc>
                <a:spcPct val="100000"/>
              </a:lnSpc>
            </a:pPr>
            <a:r>
              <a:rPr b="1" lang="en-IN" sz="1800" spc="-1" strike="noStrike" u="sng">
                <a:solidFill>
                  <a:srgbClr val="ffc000"/>
                </a:solidFill>
                <a:uFillTx/>
                <a:latin typeface="Corbel"/>
              </a:rPr>
              <a:t>To access them, we need to do bit-wise operations:</a:t>
            </a:r>
            <a:endParaRPr b="0" lang="en-IN" sz="1800" spc="-1" strike="noStrike">
              <a:solidFill>
                <a:srgbClr val="ffffff"/>
              </a:solidFill>
              <a:latin typeface="Arial"/>
            </a:endParaRPr>
          </a:p>
          <a:p>
            <a:pPr defTabSz="457200">
              <a:lnSpc>
                <a:spcPct val="100000"/>
              </a:lnSpc>
            </a:pPr>
            <a:r>
              <a:rPr b="0" lang="en-IN" sz="1400" spc="-1" strike="noStrike">
                <a:solidFill>
                  <a:schemeClr val="dk1"/>
                </a:solidFill>
                <a:latin typeface="Corbel"/>
              </a:rPr>
              <a:t>b.flag1 = 1;</a:t>
            </a:r>
            <a:endParaRPr b="0" lang="en-IN" sz="1400" spc="-1" strike="noStrike">
              <a:solidFill>
                <a:srgbClr val="ffffff"/>
              </a:solidFill>
              <a:latin typeface="Arial"/>
            </a:endParaRPr>
          </a:p>
          <a:p>
            <a:pPr defTabSz="457200">
              <a:lnSpc>
                <a:spcPct val="100000"/>
              </a:lnSpc>
            </a:pPr>
            <a:r>
              <a:rPr b="0" lang="en-IN" sz="1400" spc="-1" strike="noStrike">
                <a:solidFill>
                  <a:schemeClr val="dk1"/>
                </a:solidFill>
                <a:latin typeface="Corbel"/>
              </a:rPr>
              <a:t>b.flag2 = 0xC;</a:t>
            </a:r>
            <a:endParaRPr b="0" lang="en-IN" sz="14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printf(“ %d %d \n”, (b.flag1 &amp; 1), (b.flag2 &amp; 0xF);  </a:t>
            </a:r>
            <a:endParaRPr b="0" lang="en-IN" sz="1800" spc="-1" strike="noStrike">
              <a:solidFill>
                <a:srgbClr val="ffffff"/>
              </a:solidFill>
              <a:latin typeface="Arial"/>
            </a:endParaRPr>
          </a:p>
          <a:p>
            <a:pPr defTabSz="457200">
              <a:lnSpc>
                <a:spcPct val="100000"/>
              </a:lnSpc>
            </a:pPr>
            <a:endParaRPr b="0" lang="en-IN" sz="1000" spc="-1" strike="noStrike">
              <a:solidFill>
                <a:srgbClr val="ffffff"/>
              </a:solidFill>
              <a:latin typeface="Arial"/>
            </a:endParaRPr>
          </a:p>
          <a:p>
            <a:pPr defTabSz="457200">
              <a:lnSpc>
                <a:spcPct val="100000"/>
              </a:lnSpc>
            </a:pPr>
            <a:r>
              <a:rPr b="1" lang="en-IN" sz="2800" spc="-1" strike="noStrike" u="sng">
                <a:solidFill>
                  <a:srgbClr val="ffc000"/>
                </a:solidFill>
                <a:uFillTx/>
                <a:latin typeface="Corbel"/>
              </a:rPr>
              <a:t>Typedef:</a:t>
            </a:r>
            <a:endParaRPr b="0" lang="en-IN" sz="2800" spc="-1" strike="noStrike">
              <a:solidFill>
                <a:srgbClr val="ffffff"/>
              </a:solidFill>
              <a:latin typeface="Arial"/>
            </a:endParaRPr>
          </a:p>
          <a:p>
            <a:pPr defTabSz="457200">
              <a:lnSpc>
                <a:spcPct val="100000"/>
              </a:lnSpc>
            </a:pPr>
            <a:r>
              <a:rPr b="0" lang="en-IN" sz="1800" spc="-1" strike="noStrike">
                <a:solidFill>
                  <a:schemeClr val="dk1"/>
                </a:solidFill>
                <a:latin typeface="Corbel"/>
              </a:rPr>
              <a:t>Using </a:t>
            </a:r>
            <a:r>
              <a:rPr b="1" lang="en-IN" sz="1800" spc="-1" strike="noStrike">
                <a:solidFill>
                  <a:schemeClr val="dk1"/>
                </a:solidFill>
                <a:latin typeface="Corbel"/>
              </a:rPr>
              <a:t>typedef</a:t>
            </a:r>
            <a:r>
              <a:rPr b="0" lang="en-IN" sz="1800" spc="-1" strike="noStrike">
                <a:solidFill>
                  <a:schemeClr val="dk1"/>
                </a:solidFill>
                <a:latin typeface="Corbel"/>
              </a:rPr>
              <a:t> we can give alias name to the existing/user defined data type to increase the readability and simplicity.</a:t>
            </a:r>
            <a:endParaRPr b="0" lang="en-IN" sz="1800" spc="-1" strike="noStrike">
              <a:solidFill>
                <a:srgbClr val="ffffff"/>
              </a:solidFill>
              <a:latin typeface="Arial"/>
            </a:endParaRPr>
          </a:p>
          <a:p>
            <a:pPr defTabSz="457200">
              <a:lnSpc>
                <a:spcPct val="100000"/>
              </a:lnSpc>
            </a:pPr>
            <a:endParaRPr b="0" lang="en-IN" sz="500" spc="-1" strike="noStrike">
              <a:solidFill>
                <a:srgbClr val="ffffff"/>
              </a:solidFill>
              <a:latin typeface="Arial"/>
            </a:endParaRPr>
          </a:p>
          <a:p>
            <a:pPr defTabSz="457200">
              <a:lnSpc>
                <a:spcPct val="100000"/>
              </a:lnSpc>
            </a:pPr>
            <a:r>
              <a:rPr b="0" lang="en-IN" sz="1800" spc="-1" strike="noStrike">
                <a:solidFill>
                  <a:schemeClr val="dk1"/>
                </a:solidFill>
                <a:latin typeface="Corbel"/>
              </a:rPr>
              <a:t>typedef </a:t>
            </a:r>
            <a:r>
              <a:rPr b="0" lang="en-IN" sz="1800" spc="-1" strike="noStrike">
                <a:solidFill>
                  <a:srgbClr val="ffff00"/>
                </a:solidFill>
                <a:latin typeface="Corbel"/>
              </a:rPr>
              <a:t>struct linkedlist</a:t>
            </a:r>
            <a:r>
              <a:rPr b="0" lang="en-IN" sz="1800" spc="-1" strike="noStrike">
                <a:solidFill>
                  <a:schemeClr val="dk1"/>
                </a:solidFill>
                <a:latin typeface="Corbel"/>
              </a:rPr>
              <a:t>  list;</a:t>
            </a:r>
            <a:endParaRPr b="0" lang="en-IN" sz="1800" spc="-1" strike="noStrike">
              <a:solidFill>
                <a:srgbClr val="ffffff"/>
              </a:solidFill>
              <a:latin typeface="Arial"/>
            </a:endParaRPr>
          </a:p>
          <a:p>
            <a:pPr defTabSz="457200">
              <a:lnSpc>
                <a:spcPct val="100000"/>
              </a:lnSpc>
            </a:pPr>
            <a:endParaRPr b="0" lang="en-IN" sz="700" spc="-1" strike="noStrike">
              <a:solidFill>
                <a:srgbClr val="ffffff"/>
              </a:solidFill>
              <a:latin typeface="Arial"/>
            </a:endParaRPr>
          </a:p>
          <a:p>
            <a:pPr defTabSz="457200">
              <a:lnSpc>
                <a:spcPct val="100000"/>
              </a:lnSpc>
            </a:pPr>
            <a:r>
              <a:rPr b="0" lang="en-IN" sz="1800" spc="-1" strike="noStrike">
                <a:solidFill>
                  <a:schemeClr val="dk1"/>
                </a:solidFill>
                <a:latin typeface="Corbel"/>
              </a:rPr>
              <a:t>list     *Node;</a:t>
            </a:r>
            <a:endParaRPr b="0" lang="en-IN" sz="1800" spc="-1" strike="noStrike">
              <a:solidFill>
                <a:srgbClr val="ffffff"/>
              </a:solidFill>
              <a:latin typeface="Arial"/>
            </a:endParaRPr>
          </a:p>
          <a:p>
            <a:pPr defTabSz="457200">
              <a:lnSpc>
                <a:spcPct val="100000"/>
              </a:lnSpc>
            </a:pPr>
            <a:endParaRPr b="0" lang="en-IN" sz="1050" spc="-1" strike="noStrike">
              <a:solidFill>
                <a:srgbClr val="ffffff"/>
              </a:solidFill>
              <a:latin typeface="Arial"/>
            </a:endParaRPr>
          </a:p>
          <a:p>
            <a:pPr defTabSz="457200">
              <a:lnSpc>
                <a:spcPct val="100000"/>
              </a:lnSpc>
            </a:pPr>
            <a:r>
              <a:rPr b="1" lang="en-IN" sz="1800" spc="-1" strike="noStrike" u="sng">
                <a:solidFill>
                  <a:srgbClr val="ffc000"/>
                </a:solidFill>
                <a:uFillTx/>
                <a:latin typeface="Corbel"/>
              </a:rPr>
              <a:t>Typedef of function pointer:</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typedef     void (*ptr) (int, float);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ptr  p1 = func;</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Box 3"/>
          <p:cNvSpPr/>
          <p:nvPr/>
        </p:nvSpPr>
        <p:spPr>
          <a:xfrm>
            <a:off x="225360" y="26640"/>
            <a:ext cx="11701440" cy="690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2000" spc="-1" strike="noStrike" u="sng">
                <a:solidFill>
                  <a:srgbClr val="ffc000"/>
                </a:solidFill>
                <a:uFillTx/>
                <a:latin typeface="Corbel"/>
              </a:rPr>
              <a:t>UNIONS:</a:t>
            </a:r>
            <a:endParaRPr b="0" lang="en-IN" sz="2000" spc="-1" strike="noStrike">
              <a:solidFill>
                <a:srgbClr val="ffffff"/>
              </a:solidFill>
              <a:latin typeface="Arial"/>
            </a:endParaRPr>
          </a:p>
          <a:p>
            <a:pPr defTabSz="457200">
              <a:lnSpc>
                <a:spcPct val="100000"/>
              </a:lnSpc>
            </a:pPr>
            <a:r>
              <a:rPr b="0" lang="en-IN" sz="1800" spc="-1" strike="noStrike">
                <a:solidFill>
                  <a:schemeClr val="dk1"/>
                </a:solidFill>
                <a:latin typeface="Corbel"/>
              </a:rPr>
              <a:t>Unions will be used in the scenario where there are multiple members needed in the application for a same entity but all the members are mutual exclusion.</a:t>
            </a:r>
            <a:endParaRPr b="0" lang="en-IN" sz="1800" spc="-1" strike="noStrike">
              <a:solidFill>
                <a:srgbClr val="ffffff"/>
              </a:solidFill>
              <a:latin typeface="Arial"/>
            </a:endParaRPr>
          </a:p>
          <a:p>
            <a:pPr defTabSz="457200">
              <a:lnSpc>
                <a:spcPct val="100000"/>
              </a:lnSpc>
            </a:pPr>
            <a:endParaRPr b="0" lang="en-IN" sz="1100" spc="-1" strike="noStrike">
              <a:solidFill>
                <a:srgbClr val="ffffff"/>
              </a:solidFill>
              <a:latin typeface="Arial"/>
            </a:endParaRPr>
          </a:p>
          <a:p>
            <a:pPr defTabSz="457200">
              <a:lnSpc>
                <a:spcPct val="100000"/>
              </a:lnSpc>
            </a:pPr>
            <a:r>
              <a:rPr b="0" lang="en-IN" sz="1800" spc="-1" strike="noStrike">
                <a:solidFill>
                  <a:schemeClr val="dk1"/>
                </a:solidFill>
                <a:latin typeface="Corbel"/>
              </a:rPr>
              <a:t>All the members share the common memory area where highest no. of bytes will be allocated for that union.</a:t>
            </a:r>
            <a:endParaRPr b="0" lang="en-IN" sz="1800" spc="-1" strike="noStrike">
              <a:solidFill>
                <a:srgbClr val="ffffff"/>
              </a:solidFill>
              <a:latin typeface="Arial"/>
            </a:endParaRPr>
          </a:p>
          <a:p>
            <a:pPr defTabSz="457200">
              <a:lnSpc>
                <a:spcPct val="100000"/>
              </a:lnSpc>
            </a:pPr>
            <a:endParaRPr b="0" lang="en-IN" sz="1000" spc="-1" strike="noStrike">
              <a:solidFill>
                <a:srgbClr val="ffffff"/>
              </a:solidFill>
              <a:latin typeface="Arial"/>
            </a:endParaRPr>
          </a:p>
          <a:p>
            <a:pPr defTabSz="457200">
              <a:lnSpc>
                <a:spcPct val="100000"/>
              </a:lnSpc>
            </a:pPr>
            <a:r>
              <a:rPr b="0" lang="en-IN" sz="1800" spc="-1" strike="noStrike">
                <a:solidFill>
                  <a:schemeClr val="dk1"/>
                </a:solidFill>
                <a:latin typeface="Corbel"/>
              </a:rPr>
              <a:t>Ex:</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union xyz</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char x;</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int  y;</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}u;</a:t>
            </a:r>
            <a:endParaRPr b="0" lang="en-IN" sz="1800" spc="-1" strike="noStrike">
              <a:solidFill>
                <a:srgbClr val="ffffff"/>
              </a:solidFill>
              <a:latin typeface="Arial"/>
            </a:endParaRPr>
          </a:p>
          <a:p>
            <a:pPr defTabSz="457200">
              <a:lnSpc>
                <a:spcPct val="100000"/>
              </a:lnSpc>
            </a:pPr>
            <a:r>
              <a:rPr b="1" lang="en-IN" sz="2400" spc="-1" strike="noStrike" u="sng">
                <a:solidFill>
                  <a:srgbClr val="ffc000"/>
                </a:solidFill>
                <a:uFillTx/>
                <a:latin typeface="Corbel"/>
              </a:rPr>
              <a:t>Enumerations or enums:</a:t>
            </a:r>
            <a:endParaRPr b="0" lang="en-IN" sz="2400" spc="-1" strike="noStrike">
              <a:solidFill>
                <a:srgbClr val="ffffff"/>
              </a:solidFill>
              <a:latin typeface="Arial"/>
            </a:endParaRPr>
          </a:p>
          <a:p>
            <a:pPr defTabSz="457200">
              <a:lnSpc>
                <a:spcPct val="100000"/>
              </a:lnSpc>
            </a:pPr>
            <a:r>
              <a:rPr b="0" lang="en-IN" sz="1800" spc="-1" strike="noStrike">
                <a:solidFill>
                  <a:schemeClr val="dk1"/>
                </a:solidFill>
                <a:latin typeface="urw-din"/>
              </a:rPr>
              <a:t>Enums are mainly used to assign names to integral constants, the names make a program easy to read and maintain.</a:t>
            </a:r>
            <a:endParaRPr b="0" lang="en-IN" sz="1800" spc="-1" strike="noStrike">
              <a:solidFill>
                <a:srgbClr val="ffffff"/>
              </a:solidFill>
              <a:latin typeface="Arial"/>
            </a:endParaRPr>
          </a:p>
          <a:p>
            <a:pPr defTabSz="457200">
              <a:lnSpc>
                <a:spcPct val="100000"/>
              </a:lnSpc>
            </a:pPr>
            <a:endParaRPr b="0" lang="en-IN" sz="400" spc="-1" strike="noStrike">
              <a:solidFill>
                <a:srgbClr val="ffffff"/>
              </a:solidFill>
              <a:latin typeface="Arial"/>
            </a:endParaRPr>
          </a:p>
          <a:p>
            <a:pPr defTabSz="457200">
              <a:lnSpc>
                <a:spcPct val="100000"/>
              </a:lnSpc>
            </a:pPr>
            <a:r>
              <a:rPr b="0" lang="en-IN" sz="1800" spc="-1" strike="noStrike">
                <a:solidFill>
                  <a:schemeClr val="dk1"/>
                </a:solidFill>
                <a:latin typeface="urw-din"/>
              </a:rPr>
              <a:t>enum week</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Mon,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Tue,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Wed</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}day;</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day = Wed; </a:t>
            </a:r>
            <a:r>
              <a:rPr b="0" lang="en-IN" sz="1800" spc="-1" strike="noStrike">
                <a:solidFill>
                  <a:schemeClr val="dk1"/>
                </a:solidFill>
                <a:latin typeface="Wingdings"/>
              </a:rPr>
              <a:t></a:t>
            </a:r>
            <a:r>
              <a:rPr b="0" lang="en-IN" sz="1800" spc="-1" strike="noStrike">
                <a:solidFill>
                  <a:schemeClr val="dk1"/>
                </a:solidFill>
                <a:latin typeface="urw-din"/>
              </a:rPr>
              <a:t> it means day = 2 as enums value starts from 0, 1, 2, etc…</a:t>
            </a:r>
            <a:endParaRPr b="0" lang="en-IN" sz="1800" spc="-1" strike="noStrike">
              <a:solidFill>
                <a:srgbClr val="ffffff"/>
              </a:solidFill>
              <a:latin typeface="Arial"/>
            </a:endParaRPr>
          </a:p>
        </p:txBody>
      </p:sp>
      <p:graphicFrame>
        <p:nvGraphicFramePr>
          <p:cNvPr id="153" name="Table 5"/>
          <p:cNvGraphicFramePr/>
          <p:nvPr/>
        </p:nvGraphicFramePr>
        <p:xfrm>
          <a:off x="2774160" y="2457720"/>
          <a:ext cx="8127720" cy="370800"/>
        </p:xfrm>
        <a:graphic>
          <a:graphicData uri="http://schemas.openxmlformats.org/drawingml/2006/table">
            <a:tbl>
              <a:tblPr/>
              <a:tblGrid>
                <a:gridCol w="2031840"/>
                <a:gridCol w="2031840"/>
                <a:gridCol w="2031840"/>
                <a:gridCol w="2031840"/>
              </a:tblGrid>
              <a:tr h="370800">
                <a:tc>
                  <a:txBody>
                    <a:bodyPr anchor="t">
                      <a:noAutofit/>
                    </a:bodyPr>
                    <a:p>
                      <a:pPr algn="ctr" defTabSz="914400">
                        <a:lnSpc>
                          <a:spcPct val="100000"/>
                        </a:lnSpc>
                      </a:pPr>
                      <a:r>
                        <a:rPr b="1" lang="en-IN" sz="1800" spc="-1" strike="noStrike">
                          <a:solidFill>
                            <a:schemeClr val="dk1"/>
                          </a:solidFill>
                          <a:latin typeface="Corbel"/>
                        </a:rPr>
                        <a:t>x0/y0</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b050"/>
                    </a:solidFill>
                  </a:tcPr>
                </a:tc>
                <a:tc>
                  <a:txBody>
                    <a:bodyPr anchor="t">
                      <a:noAutofit/>
                    </a:bodyPr>
                    <a:p>
                      <a:pPr algn="ctr" defTabSz="914400">
                        <a:lnSpc>
                          <a:spcPct val="100000"/>
                        </a:lnSpc>
                      </a:pPr>
                      <a:r>
                        <a:rPr b="1" lang="en-IN" sz="1800" spc="-1" strike="noStrike">
                          <a:solidFill>
                            <a:schemeClr val="dk1"/>
                          </a:solidFill>
                          <a:latin typeface="Corbel"/>
                        </a:rPr>
                        <a:t>y1</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92d050"/>
                    </a:solidFill>
                  </a:tcPr>
                </a:tc>
                <a:tc>
                  <a:txBody>
                    <a:bodyPr anchor="t">
                      <a:noAutofit/>
                    </a:bodyPr>
                    <a:p>
                      <a:pPr algn="ctr" defTabSz="914400">
                        <a:lnSpc>
                          <a:spcPct val="100000"/>
                        </a:lnSpc>
                      </a:pPr>
                      <a:r>
                        <a:rPr b="1" lang="en-IN" sz="1800" spc="-1" strike="noStrike">
                          <a:solidFill>
                            <a:schemeClr val="dk1"/>
                          </a:solidFill>
                          <a:latin typeface="Corbel"/>
                        </a:rPr>
                        <a:t>y2</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92d050"/>
                    </a:solidFill>
                  </a:tcPr>
                </a:tc>
                <a:tc>
                  <a:txBody>
                    <a:bodyPr anchor="t">
                      <a:noAutofit/>
                    </a:bodyPr>
                    <a:p>
                      <a:pPr algn="ctr" defTabSz="914400">
                        <a:lnSpc>
                          <a:spcPct val="100000"/>
                        </a:lnSpc>
                      </a:pPr>
                      <a:r>
                        <a:rPr b="1" lang="en-IN" sz="1800" spc="-1" strike="noStrike">
                          <a:solidFill>
                            <a:schemeClr val="dk1"/>
                          </a:solidFill>
                          <a:latin typeface="Corbel"/>
                        </a:rPr>
                        <a:t>y3</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92d050"/>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TextBox 3"/>
          <p:cNvSpPr/>
          <p:nvPr/>
        </p:nvSpPr>
        <p:spPr>
          <a:xfrm>
            <a:off x="424080" y="-52920"/>
            <a:ext cx="11489400" cy="66704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3200" spc="-1" strike="noStrike" u="sng">
                <a:solidFill>
                  <a:srgbClr val="ffc000"/>
                </a:solidFill>
                <a:uFillTx/>
                <a:latin typeface="Corbel"/>
              </a:rPr>
              <a:t>Arrays and Pointers</a:t>
            </a:r>
            <a:endParaRPr b="0" lang="en-IN" sz="32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marL="285840" indent="-285840" defTabSz="457200">
              <a:lnSpc>
                <a:spcPct val="100000"/>
              </a:lnSpc>
              <a:buClr>
                <a:srgbClr val="ffffff"/>
              </a:buClr>
              <a:buFont typeface="Arial"/>
              <a:buChar char="•"/>
            </a:pPr>
            <a:r>
              <a:rPr b="0" lang="en-IN" sz="1600" spc="-1" strike="noStrike">
                <a:solidFill>
                  <a:schemeClr val="dk1"/>
                </a:solidFill>
                <a:latin typeface="Corbel"/>
              </a:rPr>
              <a:t>Pointers can hold the address of another variable or another pointer.</a:t>
            </a:r>
            <a:endParaRPr b="0" lang="en-IN" sz="1600" spc="-1" strike="noStrike">
              <a:solidFill>
                <a:srgbClr val="ffffff"/>
              </a:solidFill>
              <a:latin typeface="Arial"/>
            </a:endParaRPr>
          </a:p>
          <a:p>
            <a:pPr marL="285840" indent="-285840" defTabSz="457200">
              <a:lnSpc>
                <a:spcPct val="100000"/>
              </a:lnSpc>
              <a:buClr>
                <a:srgbClr val="ffffff"/>
              </a:buClr>
              <a:buFont typeface="Arial"/>
              <a:buChar char="•"/>
            </a:pPr>
            <a:r>
              <a:rPr b="0" lang="en-IN" sz="1600" spc="-1" strike="noStrike">
                <a:solidFill>
                  <a:schemeClr val="dk1"/>
                </a:solidFill>
                <a:latin typeface="Corbel"/>
              </a:rPr>
              <a:t>On pointer, we can do addition/subtraction/increment/decrement operations but not any other. It is meaningful to do these operations only on continuous memory locations.</a:t>
            </a:r>
            <a:endParaRPr b="0" lang="en-IN" sz="1600" spc="-1" strike="noStrike">
              <a:solidFill>
                <a:srgbClr val="ffffff"/>
              </a:solidFill>
              <a:latin typeface="Arial"/>
            </a:endParaRPr>
          </a:p>
          <a:p>
            <a:pPr marL="285840" indent="-285840" defTabSz="457200">
              <a:lnSpc>
                <a:spcPct val="100000"/>
              </a:lnSpc>
              <a:buClr>
                <a:srgbClr val="ffffff"/>
              </a:buClr>
              <a:buFont typeface="Arial"/>
              <a:buChar char="•"/>
            </a:pPr>
            <a:r>
              <a:rPr b="0" lang="en-IN" sz="1600" spc="-1" strike="noStrike">
                <a:solidFill>
                  <a:schemeClr val="dk1"/>
                </a:solidFill>
                <a:latin typeface="Corbel"/>
              </a:rPr>
              <a:t>With pointers we can access 1-D array memories but cannot access 2-D array memory by using pointer to pointer.</a:t>
            </a:r>
            <a:endParaRPr b="0" lang="en-IN" sz="1600" spc="-1" strike="noStrike">
              <a:solidFill>
                <a:srgbClr val="ffffff"/>
              </a:solidFill>
              <a:latin typeface="Arial"/>
            </a:endParaRPr>
          </a:p>
          <a:p>
            <a:pPr marL="285840" indent="-285840" defTabSz="457200">
              <a:lnSpc>
                <a:spcPct val="100000"/>
              </a:lnSpc>
              <a:buClr>
                <a:srgbClr val="d15b37"/>
              </a:buClr>
              <a:buFont typeface="Arial"/>
              <a:buChar char="•"/>
            </a:pPr>
            <a:r>
              <a:rPr b="1" lang="en-IN" sz="1600" spc="-1" strike="noStrike" u="sng">
                <a:solidFill>
                  <a:schemeClr val="accent6"/>
                </a:solidFill>
                <a:uFillTx/>
                <a:latin typeface="Corbel"/>
              </a:rPr>
              <a:t>Array increment/decrement cannot be performed as array is constant pointer.</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1" lang="en-IN" sz="1600" spc="-1" strike="noStrike" u="sng">
                <a:solidFill>
                  <a:srgbClr val="ffc000"/>
                </a:solidFill>
                <a:uFillTx/>
                <a:latin typeface="Corbel"/>
              </a:rPr>
              <a:t>Combination of pointer and const :</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char   *p;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Wingdings"/>
              </a:rPr>
              <a:t></a:t>
            </a:r>
            <a:r>
              <a:rPr b="0" lang="en-IN" sz="1600" spc="-1" strike="noStrike">
                <a:solidFill>
                  <a:schemeClr val="dk1"/>
                </a:solidFill>
                <a:latin typeface="Corbel"/>
              </a:rPr>
              <a:t> p is a pointer which will point to char variable</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const  char  *p;</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Wingdings"/>
              </a:rPr>
              <a:t></a:t>
            </a:r>
            <a:r>
              <a:rPr b="0" lang="en-IN" sz="1600" spc="-1" strike="noStrike">
                <a:solidFill>
                  <a:schemeClr val="dk1"/>
                </a:solidFill>
                <a:latin typeface="Corbel"/>
              </a:rPr>
              <a:t> p is a pointer which will point to const char variable</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char   *const   p;</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Wingdings"/>
              </a:rPr>
              <a:t></a:t>
            </a:r>
            <a:r>
              <a:rPr b="0" lang="en-IN" sz="1600" spc="-1" strike="noStrike">
                <a:solidFill>
                  <a:schemeClr val="dk1"/>
                </a:solidFill>
                <a:latin typeface="Corbel"/>
              </a:rPr>
              <a:t> p is a constant pointer which will point to char variable</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const  char   *const  p;</a:t>
            </a:r>
            <a:r>
              <a:rPr b="0" lang="en-IN" sz="1600" spc="-1" strike="noStrike">
                <a:solidFill>
                  <a:schemeClr val="dk1"/>
                </a:solidFill>
                <a:latin typeface="Corbel"/>
              </a:rPr>
              <a:t>	</a:t>
            </a:r>
            <a:r>
              <a:rPr b="0" lang="en-IN" sz="1600" spc="-1" strike="noStrike">
                <a:solidFill>
                  <a:schemeClr val="dk1"/>
                </a:solidFill>
                <a:latin typeface="Wingdings"/>
              </a:rPr>
              <a:t></a:t>
            </a:r>
            <a:r>
              <a:rPr b="0" lang="en-IN" sz="1600" spc="-1" strike="noStrike">
                <a:solidFill>
                  <a:schemeClr val="dk1"/>
                </a:solidFill>
                <a:latin typeface="Corbel"/>
              </a:rPr>
              <a:t> p is a constant pointer which will point to const char variable</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1" lang="en-IN" sz="1600" spc="-1" strike="noStrike" u="sng">
                <a:solidFill>
                  <a:srgbClr val="ffc000"/>
                </a:solidFill>
                <a:uFillTx/>
                <a:latin typeface="Corbel"/>
              </a:rPr>
              <a:t>Arrays of Pointers:</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int *p[5] = { &amp;x, &amp;y, arr, &amp;m, &amp;n}</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1" lang="en-IN" sz="1600" spc="-1" strike="noStrike" u="sng">
                <a:solidFill>
                  <a:srgbClr val="ffc000"/>
                </a:solidFill>
                <a:uFillTx/>
                <a:latin typeface="Corbel"/>
              </a:rPr>
              <a:t>Pointer to Array:</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int (*q)[5] = arr;     </a:t>
            </a:r>
            <a:r>
              <a:rPr b="0" lang="en-IN" sz="1600" spc="-1" strike="noStrike">
                <a:solidFill>
                  <a:schemeClr val="dk1"/>
                </a:solidFill>
                <a:latin typeface="Wingdings"/>
              </a:rPr>
              <a:t></a:t>
            </a:r>
            <a:r>
              <a:rPr b="0" lang="en-IN" sz="1600" spc="-1" strike="noStrike">
                <a:solidFill>
                  <a:schemeClr val="dk1"/>
                </a:solidFill>
                <a:latin typeface="Corbel"/>
              </a:rPr>
              <a:t> Where </a:t>
            </a:r>
            <a:r>
              <a:rPr b="1" lang="en-IN" sz="1600" spc="-1" strike="noStrike">
                <a:solidFill>
                  <a:schemeClr val="dk1"/>
                </a:solidFill>
                <a:latin typeface="Corbel"/>
              </a:rPr>
              <a:t>arr   is </a:t>
            </a:r>
            <a:r>
              <a:rPr b="0" lang="en-IN" sz="1600" spc="-1" strike="noStrike">
                <a:solidFill>
                  <a:schemeClr val="dk1"/>
                </a:solidFill>
                <a:latin typeface="Corbel"/>
              </a:rPr>
              <a:t>int arr[5];  array size must be 5 only.</a:t>
            </a:r>
            <a:endParaRPr b="0" lang="en-IN" sz="1600" spc="-1" strike="noStrike">
              <a:solidFill>
                <a:srgbClr val="ffffff"/>
              </a:solidFill>
              <a:latin typeface="Arial"/>
            </a:endParaRPr>
          </a:p>
        </p:txBody>
      </p:sp>
      <p:sp>
        <p:nvSpPr>
          <p:cNvPr id="155" name="Rectangle: Rounded Corners 4"/>
          <p:cNvSpPr/>
          <p:nvPr/>
        </p:nvSpPr>
        <p:spPr>
          <a:xfrm>
            <a:off x="710280" y="3781440"/>
            <a:ext cx="2237040" cy="666360"/>
          </a:xfrm>
          <a:prstGeom prst="roundRect">
            <a:avLst>
              <a:gd name="adj" fmla="val 16667"/>
            </a:avLst>
          </a:prstGeom>
          <a:solidFill>
            <a:srgbClr val="0070c0"/>
          </a:solidFill>
          <a:ln>
            <a:solidFill>
              <a:srgbClr val="000000"/>
            </a:solidFill>
          </a:ln>
        </p:spPr>
        <p:style>
          <a:lnRef idx="2">
            <a:schemeClr val="dk1">
              <a:shade val="50000"/>
            </a:schemeClr>
          </a:lnRef>
          <a:fillRef idx="1">
            <a:schemeClr val="dk1"/>
          </a:fillRef>
          <a:effectRef idx="0">
            <a:schemeClr val="dk1"/>
          </a:effectRef>
          <a:fontRef idx="minor"/>
        </p:style>
        <p:txBody>
          <a:bodyPr lIns="90000" rIns="90000" tIns="45000" bIns="45000" anchor="ctr">
            <a:noAutofit/>
          </a:bodyPr>
          <a:p>
            <a:pPr algn="ctr" defTabSz="457200">
              <a:lnSpc>
                <a:spcPct val="100000"/>
              </a:lnSpc>
            </a:pPr>
            <a:r>
              <a:rPr b="0" lang="en-IN" sz="3200" spc="-1" strike="noStrike">
                <a:solidFill>
                  <a:schemeClr val="lt1"/>
                </a:solidFill>
                <a:latin typeface="Corbel"/>
              </a:rPr>
              <a:t>int *p;</a:t>
            </a:r>
            <a:endParaRPr b="0" lang="en-IN" sz="3200" spc="-1" strike="noStrike">
              <a:solidFill>
                <a:srgbClr val="ffffff"/>
              </a:solidFill>
              <a:latin typeface="Arial"/>
            </a:endParaRPr>
          </a:p>
        </p:txBody>
      </p:sp>
      <p:sp>
        <p:nvSpPr>
          <p:cNvPr id="156" name="Freeform: Shape 7"/>
          <p:cNvSpPr/>
          <p:nvPr/>
        </p:nvSpPr>
        <p:spPr>
          <a:xfrm>
            <a:off x="1539360" y="4150440"/>
            <a:ext cx="618120" cy="829800"/>
          </a:xfrm>
          <a:custGeom>
            <a:avLst/>
            <a:gdLst>
              <a:gd name="textAreaLeft" fmla="*/ 0 w 618120"/>
              <a:gd name="textAreaRight" fmla="*/ 618480 w 618120"/>
              <a:gd name="textAreaTop" fmla="*/ 0 h 829800"/>
              <a:gd name="textAreaBottom" fmla="*/ 830160 h 829800"/>
            </a:gdLst>
            <a:ahLst/>
            <a:rect l="textAreaLeft" t="textAreaTop" r="textAreaRight" b="textAreaBottom"/>
            <a:pathLst>
              <a:path w="622852" h="808667">
                <a:moveTo>
                  <a:pt x="622852" y="132600"/>
                </a:moveTo>
                <a:cubicBezTo>
                  <a:pt x="607391" y="455069"/>
                  <a:pt x="591930" y="777539"/>
                  <a:pt x="556591" y="755452"/>
                </a:cubicBezTo>
                <a:cubicBezTo>
                  <a:pt x="521252" y="733365"/>
                  <a:pt x="494748" y="-8757"/>
                  <a:pt x="410818" y="78"/>
                </a:cubicBezTo>
                <a:cubicBezTo>
                  <a:pt x="326888" y="8913"/>
                  <a:pt x="114852" y="795209"/>
                  <a:pt x="53009" y="808461"/>
                </a:cubicBezTo>
                <a:cubicBezTo>
                  <a:pt x="-8834" y="821713"/>
                  <a:pt x="48592" y="194443"/>
                  <a:pt x="39757" y="79591"/>
                </a:cubicBezTo>
                <a:cubicBezTo>
                  <a:pt x="30922" y="-35261"/>
                  <a:pt x="0" y="119348"/>
                  <a:pt x="0" y="119348"/>
                </a:cubicBezTo>
                <a:lnTo>
                  <a:pt x="0" y="119348"/>
                </a:lnTo>
              </a:path>
            </a:pathLst>
          </a:custGeom>
          <a:noFill/>
          <a:ln>
            <a:solidFill>
              <a:srgbClr val="000000"/>
            </a:solidFill>
          </a:ln>
        </p:spPr>
        <p:style>
          <a:lnRef idx="1">
            <a:schemeClr val="dk1"/>
          </a:lnRef>
          <a:fillRef idx="0">
            <a:schemeClr val="dk1"/>
          </a:fillRef>
          <a:effectRef idx="0">
            <a:schemeClr val="dk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57" name="Rectangle: Rounded Corners 8"/>
          <p:cNvSpPr/>
          <p:nvPr/>
        </p:nvSpPr>
        <p:spPr>
          <a:xfrm>
            <a:off x="3738240" y="3814560"/>
            <a:ext cx="2237040" cy="666360"/>
          </a:xfrm>
          <a:prstGeom prst="roundRect">
            <a:avLst>
              <a:gd name="adj" fmla="val 16667"/>
            </a:avLst>
          </a:prstGeom>
          <a:solidFill>
            <a:srgbClr val="0070c0"/>
          </a:solidFill>
          <a:ln>
            <a:solidFill>
              <a:srgbClr val="000000"/>
            </a:solidFill>
          </a:ln>
        </p:spPr>
        <p:style>
          <a:lnRef idx="2">
            <a:schemeClr val="dk1">
              <a:shade val="50000"/>
            </a:schemeClr>
          </a:lnRef>
          <a:fillRef idx="1">
            <a:schemeClr val="dk1"/>
          </a:fillRef>
          <a:effectRef idx="0">
            <a:schemeClr val="dk1"/>
          </a:effectRef>
          <a:fontRef idx="minor"/>
        </p:style>
        <p:txBody>
          <a:bodyPr lIns="90000" rIns="90000" tIns="45000" bIns="45000" anchor="ctr">
            <a:noAutofit/>
          </a:bodyPr>
          <a:p>
            <a:pPr algn="ctr" defTabSz="457200">
              <a:lnSpc>
                <a:spcPct val="100000"/>
              </a:lnSpc>
            </a:pPr>
            <a:r>
              <a:rPr b="0" lang="en-IN" sz="3200" spc="-1" strike="noStrike">
                <a:solidFill>
                  <a:schemeClr val="lt1"/>
                </a:solidFill>
                <a:latin typeface="Corbel"/>
              </a:rPr>
              <a:t>int **q;</a:t>
            </a:r>
            <a:endParaRPr b="0" lang="en-IN" sz="3200" spc="-1" strike="noStrike">
              <a:solidFill>
                <a:srgbClr val="ffffff"/>
              </a:solidFill>
              <a:latin typeface="Arial"/>
            </a:endParaRPr>
          </a:p>
        </p:txBody>
      </p:sp>
      <p:sp>
        <p:nvSpPr>
          <p:cNvPr id="158" name="Freeform: Shape 9"/>
          <p:cNvSpPr/>
          <p:nvPr/>
        </p:nvSpPr>
        <p:spPr>
          <a:xfrm>
            <a:off x="4654080" y="4282560"/>
            <a:ext cx="743400" cy="843480"/>
          </a:xfrm>
          <a:custGeom>
            <a:avLst/>
            <a:gdLst>
              <a:gd name="textAreaLeft" fmla="*/ 0 w 743400"/>
              <a:gd name="textAreaRight" fmla="*/ 743760 w 743400"/>
              <a:gd name="textAreaTop" fmla="*/ 0 h 843480"/>
              <a:gd name="textAreaBottom" fmla="*/ 843840 h 843480"/>
            </a:gdLst>
            <a:ahLst/>
            <a:rect l="textAreaLeft" t="textAreaTop" r="textAreaRight" b="textAreaBottom"/>
            <a:pathLst>
              <a:path w="748843" h="821986">
                <a:moveTo>
                  <a:pt x="704170" y="185709"/>
                </a:moveTo>
                <a:cubicBezTo>
                  <a:pt x="737300" y="479466"/>
                  <a:pt x="770431" y="773223"/>
                  <a:pt x="730675" y="742301"/>
                </a:cubicBezTo>
                <a:cubicBezTo>
                  <a:pt x="690919" y="711379"/>
                  <a:pt x="582692" y="-13073"/>
                  <a:pt x="465631" y="179"/>
                </a:cubicBezTo>
                <a:cubicBezTo>
                  <a:pt x="348570" y="13431"/>
                  <a:pt x="98987" y="808562"/>
                  <a:pt x="28309" y="821814"/>
                </a:cubicBezTo>
                <a:cubicBezTo>
                  <a:pt x="-42369" y="835066"/>
                  <a:pt x="41562" y="79692"/>
                  <a:pt x="41562" y="79692"/>
                </a:cubicBezTo>
                <a:lnTo>
                  <a:pt x="41562" y="79692"/>
                </a:lnTo>
                <a:lnTo>
                  <a:pt x="41562" y="79692"/>
                </a:lnTo>
                <a:lnTo>
                  <a:pt x="54814" y="106196"/>
                </a:lnTo>
              </a:path>
            </a:pathLst>
          </a:custGeom>
          <a:noFill/>
          <a:ln>
            <a:solidFill>
              <a:srgbClr val="000000"/>
            </a:solidFill>
          </a:ln>
        </p:spPr>
        <p:style>
          <a:lnRef idx="1">
            <a:schemeClr val="dk1"/>
          </a:lnRef>
          <a:fillRef idx="0">
            <a:schemeClr val="dk1"/>
          </a:fillRef>
          <a:effectRef idx="0">
            <a:schemeClr val="dk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cxnSp>
        <p:nvCxnSpPr>
          <p:cNvPr id="159" name="Straight Connector 11"/>
          <p:cNvCxnSpPr/>
          <p:nvPr/>
        </p:nvCxnSpPr>
        <p:spPr>
          <a:xfrm>
            <a:off x="4321800" y="4292280"/>
            <a:ext cx="535320" cy="1440"/>
          </a:xfrm>
          <a:prstGeom prst="straightConnector1">
            <a:avLst/>
          </a:prstGeom>
          <a:ln>
            <a:solidFill>
              <a:srgbClr val="000000"/>
            </a:solidFill>
          </a:ln>
        </p:spPr>
      </p:cxnSp>
      <p:sp>
        <p:nvSpPr>
          <p:cNvPr id="160" name="Rectangle: Rounded Corners 16"/>
          <p:cNvSpPr/>
          <p:nvPr/>
        </p:nvSpPr>
        <p:spPr>
          <a:xfrm>
            <a:off x="7058520" y="3801240"/>
            <a:ext cx="2460600" cy="666360"/>
          </a:xfrm>
          <a:prstGeom prst="roundRect">
            <a:avLst>
              <a:gd name="adj" fmla="val 16667"/>
            </a:avLst>
          </a:prstGeom>
          <a:solidFill>
            <a:srgbClr val="6274d8"/>
          </a:solidFill>
          <a:ln>
            <a:solidFill>
              <a:srgbClr val="48559f"/>
            </a:solidFill>
          </a:ln>
        </p:spPr>
        <p:style>
          <a:lnRef idx="2">
            <a:schemeClr val="accent4">
              <a:shade val="50000"/>
            </a:schemeClr>
          </a:lnRef>
          <a:fillRef idx="1">
            <a:schemeClr val="accent4"/>
          </a:fillRef>
          <a:effectRef idx="0">
            <a:schemeClr val="accent4"/>
          </a:effectRef>
          <a:fontRef idx="minor"/>
        </p:style>
        <p:txBody>
          <a:bodyPr lIns="90000" rIns="90000" tIns="45000" bIns="45000" anchor="ctr">
            <a:noAutofit/>
          </a:bodyPr>
          <a:p>
            <a:pPr algn="ctr" defTabSz="457200">
              <a:lnSpc>
                <a:spcPct val="100000"/>
              </a:lnSpc>
            </a:pPr>
            <a:r>
              <a:rPr b="0" lang="en-IN" sz="3200" spc="-1" strike="noStrike">
                <a:solidFill>
                  <a:schemeClr val="lt1"/>
                </a:solidFill>
                <a:latin typeface="Corbel"/>
              </a:rPr>
              <a:t>int  ***ptr;</a:t>
            </a:r>
            <a:endParaRPr b="0" lang="en-IN" sz="3200" spc="-1" strike="noStrike">
              <a:solidFill>
                <a:srgbClr val="ffffff"/>
              </a:solidFill>
              <a:latin typeface="Arial"/>
            </a:endParaRPr>
          </a:p>
        </p:txBody>
      </p:sp>
      <p:sp>
        <p:nvSpPr>
          <p:cNvPr id="161" name="Freeform: Shape 17"/>
          <p:cNvSpPr/>
          <p:nvPr/>
        </p:nvSpPr>
        <p:spPr>
          <a:xfrm>
            <a:off x="7880040" y="4268160"/>
            <a:ext cx="1127160" cy="938880"/>
          </a:xfrm>
          <a:custGeom>
            <a:avLst/>
            <a:gdLst>
              <a:gd name="textAreaLeft" fmla="*/ 0 w 1127160"/>
              <a:gd name="textAreaRight" fmla="*/ 1127520 w 1127160"/>
              <a:gd name="textAreaTop" fmla="*/ 0 h 938880"/>
              <a:gd name="textAreaBottom" fmla="*/ 939240 h 938880"/>
            </a:gdLst>
            <a:ahLst/>
            <a:rect l="textAreaLeft" t="textAreaTop" r="textAreaRight" b="textAreaBottom"/>
            <a:pathLst>
              <a:path w="1135458" h="914649">
                <a:moveTo>
                  <a:pt x="1135458" y="185569"/>
                </a:moveTo>
                <a:cubicBezTo>
                  <a:pt x="1066988" y="545586"/>
                  <a:pt x="998519" y="905604"/>
                  <a:pt x="923423" y="874682"/>
                </a:cubicBezTo>
                <a:cubicBezTo>
                  <a:pt x="848327" y="843760"/>
                  <a:pt x="828449" y="-6588"/>
                  <a:pt x="684884" y="38"/>
                </a:cubicBezTo>
                <a:cubicBezTo>
                  <a:pt x="541319" y="6664"/>
                  <a:pt x="172467" y="898977"/>
                  <a:pt x="62032" y="914438"/>
                </a:cubicBezTo>
                <a:cubicBezTo>
                  <a:pt x="-48403" y="929899"/>
                  <a:pt x="22276" y="92803"/>
                  <a:pt x="22276" y="92803"/>
                </a:cubicBezTo>
                <a:lnTo>
                  <a:pt x="22276" y="92803"/>
                </a:lnTo>
              </a:path>
            </a:pathLst>
          </a:custGeom>
          <a:noFill/>
          <a:ln>
            <a:solidFill>
              <a:srgbClr val="000000"/>
            </a:solidFill>
          </a:ln>
        </p:spPr>
        <p:style>
          <a:lnRef idx="1">
            <a:schemeClr val="dk1"/>
          </a:lnRef>
          <a:fillRef idx="0">
            <a:schemeClr val="dk1"/>
          </a:fillRef>
          <a:effectRef idx="0">
            <a:schemeClr val="dk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cxnSp>
        <p:nvCxnSpPr>
          <p:cNvPr id="162" name="Straight Connector 19"/>
          <p:cNvCxnSpPr/>
          <p:nvPr/>
        </p:nvCxnSpPr>
        <p:spPr>
          <a:xfrm>
            <a:off x="7477200" y="4292280"/>
            <a:ext cx="871920" cy="1440"/>
          </a:xfrm>
          <a:prstGeom prst="straightConnector1">
            <a:avLst/>
          </a:prstGeom>
          <a:ln>
            <a:solidFill>
              <a:srgbClr val="000000"/>
            </a:solidFill>
          </a:ln>
        </p:spPr>
      </p:cxn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TextBox 1"/>
          <p:cNvSpPr/>
          <p:nvPr/>
        </p:nvSpPr>
        <p:spPr>
          <a:xfrm>
            <a:off x="331200" y="66240"/>
            <a:ext cx="11648160" cy="667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IN" sz="1800" spc="-1" strike="noStrike">
                <a:solidFill>
                  <a:schemeClr val="dk1"/>
                </a:solidFill>
                <a:latin typeface="Corbel"/>
              </a:rPr>
              <a:t>int a[2][5] = { {1, 2, 3, 4, 5}, {11, 22, 33, 44, 55}};</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int *ptr = (int*)a;</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int (*ptr2)[5] = a;</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printf(“%d  %d\n”, *ptr, *(ptr + 1));      </a:t>
            </a:r>
            <a:r>
              <a:rPr b="0" lang="en-IN" sz="1800" spc="-1" strike="noStrike">
                <a:solidFill>
                  <a:schemeClr val="dk1"/>
                </a:solidFill>
                <a:latin typeface="Wingdings"/>
              </a:rPr>
              <a:t></a:t>
            </a:r>
            <a:r>
              <a:rPr b="0" lang="en-IN" sz="1800" spc="-1" strike="noStrike">
                <a:solidFill>
                  <a:schemeClr val="dk1"/>
                </a:solidFill>
                <a:latin typeface="Corbel"/>
              </a:rPr>
              <a:t> 1      2</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printf(“%d  %d\n”, **ptr2, **(ptr2 + 1));  </a:t>
            </a:r>
            <a:r>
              <a:rPr b="0" lang="en-IN" sz="1800" spc="-1" strike="noStrike">
                <a:solidFill>
                  <a:schemeClr val="dk1"/>
                </a:solidFill>
                <a:latin typeface="Wingdings"/>
              </a:rPr>
              <a:t></a:t>
            </a:r>
            <a:r>
              <a:rPr b="0" lang="en-IN" sz="1800" spc="-1" strike="noStrike">
                <a:solidFill>
                  <a:schemeClr val="dk1"/>
                </a:solidFill>
                <a:latin typeface="Corbel"/>
              </a:rPr>
              <a:t> 1    11</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accent6"/>
                </a:solidFill>
                <a:latin typeface="Corbel"/>
              </a:rPr>
              <a:t>Below method will not give correct result using pointer to pointer</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rgbClr val="ffff00"/>
                </a:solidFill>
                <a:latin typeface="Corbel"/>
              </a:rPr>
              <a:t>int **ptr1  = (int **)arr;</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rgbClr val="ffff00"/>
                </a:solidFill>
                <a:latin typeface="Corbel"/>
              </a:rPr>
              <a:t>printf(“%d  %d\n”, *ptr1, *(ptr1 + 1));      </a:t>
            </a:r>
            <a:r>
              <a:rPr b="0" lang="en-IN" sz="1800" spc="-1" strike="noStrike">
                <a:solidFill>
                  <a:srgbClr val="ffff00"/>
                </a:solidFill>
                <a:latin typeface="Wingdings"/>
              </a:rPr>
              <a:t></a:t>
            </a:r>
            <a:r>
              <a:rPr b="0" lang="en-IN" sz="1800" spc="-1" strike="noStrike">
                <a:solidFill>
                  <a:srgbClr val="ffff00"/>
                </a:solidFill>
                <a:latin typeface="Corbel"/>
              </a:rPr>
              <a:t> 1     3</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char *p = “Hello”;</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int main( void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char *q = “World”;</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p:txBody>
      </p:sp>
      <p:sp>
        <p:nvSpPr>
          <p:cNvPr id="164" name="Arrow: Bent 8"/>
          <p:cNvSpPr/>
          <p:nvPr/>
        </p:nvSpPr>
        <p:spPr>
          <a:xfrm>
            <a:off x="1709640" y="4505760"/>
            <a:ext cx="966960" cy="225000"/>
          </a:xfrm>
          <a:prstGeom prst="bentArrow">
            <a:avLst>
              <a:gd name="adj1" fmla="val 25000"/>
              <a:gd name="adj2" fmla="val 25000"/>
              <a:gd name="adj3" fmla="val 25000"/>
              <a:gd name="adj4" fmla="val 43750"/>
            </a:avLst>
          </a:prstGeom>
          <a:solidFill>
            <a:srgbClr val="73cbb2"/>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65" name="Arrow: Bent-Up 10"/>
          <p:cNvSpPr/>
          <p:nvPr/>
        </p:nvSpPr>
        <p:spPr>
          <a:xfrm flipV="1" rot="10800000">
            <a:off x="981360" y="5022000"/>
            <a:ext cx="1934280" cy="225000"/>
          </a:xfrm>
          <a:prstGeom prst="bentUpArrow">
            <a:avLst>
              <a:gd name="adj1" fmla="val 25000"/>
              <a:gd name="adj2" fmla="val 25000"/>
              <a:gd name="adj3" fmla="val 25000"/>
            </a:avLst>
          </a:prstGeom>
          <a:solidFill>
            <a:srgbClr val="73cbb2"/>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11520" bIns="11520" anchor="ctr">
            <a:noAutofit/>
          </a:bodyPr>
          <a:p>
            <a:pPr algn="ctr" defTabSz="457200">
              <a:lnSpc>
                <a:spcPct val="100000"/>
              </a:lnSpc>
            </a:pPr>
            <a:endParaRPr b="0" lang="en-IN" sz="1800" spc="-1" strike="noStrike">
              <a:solidFill>
                <a:schemeClr val="lt1"/>
              </a:solidFill>
              <a:latin typeface="Corbel"/>
            </a:endParaRPr>
          </a:p>
        </p:txBody>
      </p:sp>
      <p:sp>
        <p:nvSpPr>
          <p:cNvPr id="166" name="Rectangle 11"/>
          <p:cNvSpPr/>
          <p:nvPr/>
        </p:nvSpPr>
        <p:spPr>
          <a:xfrm>
            <a:off x="2729880" y="4452840"/>
            <a:ext cx="3312720" cy="225000"/>
          </a:xfrm>
          <a:prstGeom prst="rect">
            <a:avLst/>
          </a:prstGeom>
          <a:solidFill>
            <a:srgbClr val="6274d8"/>
          </a:solidFill>
          <a:ln>
            <a:solidFill>
              <a:srgbClr val="48559f"/>
            </a:solidFill>
          </a:ln>
        </p:spPr>
        <p:style>
          <a:lnRef idx="2">
            <a:schemeClr val="accent4">
              <a:shade val="50000"/>
            </a:schemeClr>
          </a:lnRef>
          <a:fillRef idx="1">
            <a:schemeClr val="accent4"/>
          </a:fillRef>
          <a:effectRef idx="0">
            <a:schemeClr val="accent4"/>
          </a:effectRef>
          <a:fontRef idx="minor"/>
        </p:style>
        <p:txBody>
          <a:bodyPr lIns="90000" rIns="90000" tIns="45000" bIns="45000" anchor="ctr">
            <a:noAutofit/>
          </a:bodyPr>
          <a:p>
            <a:pPr algn="ctr" defTabSz="457200">
              <a:lnSpc>
                <a:spcPct val="100000"/>
              </a:lnSpc>
            </a:pPr>
            <a:r>
              <a:rPr b="0" lang="en-IN" sz="1600" spc="-1" strike="noStrike">
                <a:solidFill>
                  <a:schemeClr val="lt1"/>
                </a:solidFill>
                <a:latin typeface="Corbel"/>
              </a:rPr>
              <a:t>This is stored in RODATA section</a:t>
            </a:r>
            <a:endParaRPr b="0" lang="en-IN" sz="1600" spc="-1" strike="noStrike">
              <a:solidFill>
                <a:srgbClr val="ffffff"/>
              </a:solidFill>
              <a:latin typeface="Arial"/>
            </a:endParaRPr>
          </a:p>
        </p:txBody>
      </p:sp>
      <p:sp>
        <p:nvSpPr>
          <p:cNvPr id="167" name="Arrow: Bent 12"/>
          <p:cNvSpPr/>
          <p:nvPr/>
        </p:nvSpPr>
        <p:spPr>
          <a:xfrm>
            <a:off x="2166840" y="5665320"/>
            <a:ext cx="966960" cy="225000"/>
          </a:xfrm>
          <a:prstGeom prst="bentArrow">
            <a:avLst>
              <a:gd name="adj1" fmla="val 25000"/>
              <a:gd name="adj2" fmla="val 25000"/>
              <a:gd name="adj3" fmla="val 25000"/>
              <a:gd name="adj4" fmla="val 43750"/>
            </a:avLst>
          </a:prstGeom>
          <a:solidFill>
            <a:srgbClr val="73cbb2"/>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IN" sz="1800" spc="-1" strike="noStrike">
              <a:solidFill>
                <a:schemeClr val="dk1"/>
              </a:solidFill>
              <a:latin typeface="Corbel"/>
            </a:endParaRPr>
          </a:p>
        </p:txBody>
      </p:sp>
      <p:sp>
        <p:nvSpPr>
          <p:cNvPr id="168" name="Rectangle 13"/>
          <p:cNvSpPr/>
          <p:nvPr/>
        </p:nvSpPr>
        <p:spPr>
          <a:xfrm>
            <a:off x="3173760" y="5612400"/>
            <a:ext cx="3312720" cy="225000"/>
          </a:xfrm>
          <a:prstGeom prst="rect">
            <a:avLst/>
          </a:prstGeom>
          <a:solidFill>
            <a:srgbClr val="6274d8"/>
          </a:solidFill>
          <a:ln>
            <a:solidFill>
              <a:srgbClr val="48559f"/>
            </a:solidFill>
          </a:ln>
        </p:spPr>
        <p:style>
          <a:lnRef idx="2">
            <a:schemeClr val="accent4">
              <a:shade val="50000"/>
            </a:schemeClr>
          </a:lnRef>
          <a:fillRef idx="1">
            <a:schemeClr val="accent4"/>
          </a:fillRef>
          <a:effectRef idx="0">
            <a:schemeClr val="accent4"/>
          </a:effectRef>
          <a:fontRef idx="minor"/>
        </p:style>
        <p:txBody>
          <a:bodyPr lIns="90000" rIns="90000" tIns="45000" bIns="45000" anchor="ctr">
            <a:noAutofit/>
          </a:bodyPr>
          <a:p>
            <a:pPr algn="ctr" defTabSz="457200">
              <a:lnSpc>
                <a:spcPct val="100000"/>
              </a:lnSpc>
            </a:pPr>
            <a:r>
              <a:rPr b="0" lang="en-IN" sz="1600" spc="-1" strike="noStrike">
                <a:solidFill>
                  <a:schemeClr val="lt1"/>
                </a:solidFill>
                <a:latin typeface="Corbel"/>
              </a:rPr>
              <a:t>This is stored in RODATA section</a:t>
            </a:r>
            <a:endParaRPr b="0" lang="en-IN" sz="1600" spc="-1" strike="noStrike">
              <a:solidFill>
                <a:srgbClr val="ffffff"/>
              </a:solidFill>
              <a:latin typeface="Arial"/>
            </a:endParaRPr>
          </a:p>
        </p:txBody>
      </p:sp>
      <p:sp>
        <p:nvSpPr>
          <p:cNvPr id="169" name="Rectangle 14"/>
          <p:cNvSpPr/>
          <p:nvPr/>
        </p:nvSpPr>
        <p:spPr>
          <a:xfrm>
            <a:off x="2988360" y="5108760"/>
            <a:ext cx="3312720" cy="225000"/>
          </a:xfrm>
          <a:prstGeom prst="rect">
            <a:avLst/>
          </a:prstGeom>
          <a:solidFill>
            <a:srgbClr val="65a9e1"/>
          </a:solidFill>
          <a:ln>
            <a:solidFill>
              <a:srgbClr val="4a7da6"/>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457200">
              <a:lnSpc>
                <a:spcPct val="100000"/>
              </a:lnSpc>
            </a:pPr>
            <a:r>
              <a:rPr b="0" lang="en-IN" sz="1600" spc="-1" strike="noStrike">
                <a:solidFill>
                  <a:schemeClr val="lt1"/>
                </a:solidFill>
                <a:latin typeface="Corbel"/>
              </a:rPr>
              <a:t>This is stored in .data section</a:t>
            </a:r>
            <a:endParaRPr b="0" lang="en-IN" sz="1600" spc="-1" strike="noStrike">
              <a:solidFill>
                <a:srgbClr val="ffffff"/>
              </a:solidFill>
              <a:latin typeface="Arial"/>
            </a:endParaRPr>
          </a:p>
        </p:txBody>
      </p:sp>
      <p:sp>
        <p:nvSpPr>
          <p:cNvPr id="170" name="Arrow: Bent-Up 15"/>
          <p:cNvSpPr/>
          <p:nvPr/>
        </p:nvSpPr>
        <p:spPr>
          <a:xfrm flipV="1" rot="10800000">
            <a:off x="1451520" y="6115320"/>
            <a:ext cx="1934280" cy="225000"/>
          </a:xfrm>
          <a:prstGeom prst="bentUpArrow">
            <a:avLst>
              <a:gd name="adj1" fmla="val 25000"/>
              <a:gd name="adj2" fmla="val 25000"/>
              <a:gd name="adj3" fmla="val 25000"/>
            </a:avLst>
          </a:prstGeom>
          <a:solidFill>
            <a:srgbClr val="73cbb2"/>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11520" bIns="11520" anchor="ctr">
            <a:noAutofit/>
          </a:bodyPr>
          <a:p>
            <a:pPr algn="ctr" defTabSz="457200">
              <a:lnSpc>
                <a:spcPct val="100000"/>
              </a:lnSpc>
            </a:pPr>
            <a:endParaRPr b="0" lang="en-IN" sz="1800" spc="-1" strike="noStrike">
              <a:solidFill>
                <a:schemeClr val="lt1"/>
              </a:solidFill>
              <a:latin typeface="Corbel"/>
            </a:endParaRPr>
          </a:p>
        </p:txBody>
      </p:sp>
      <p:sp>
        <p:nvSpPr>
          <p:cNvPr id="171" name="Rectangle 16"/>
          <p:cNvSpPr/>
          <p:nvPr/>
        </p:nvSpPr>
        <p:spPr>
          <a:xfrm>
            <a:off x="3458880" y="6202080"/>
            <a:ext cx="3312720" cy="225000"/>
          </a:xfrm>
          <a:prstGeom prst="rect">
            <a:avLst/>
          </a:prstGeom>
          <a:solidFill>
            <a:srgbClr val="65a9e1"/>
          </a:solidFill>
          <a:ln>
            <a:solidFill>
              <a:srgbClr val="4a7da6"/>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457200">
              <a:lnSpc>
                <a:spcPct val="100000"/>
              </a:lnSpc>
            </a:pPr>
            <a:r>
              <a:rPr b="0" lang="en-IN" sz="1600" spc="-1" strike="noStrike">
                <a:solidFill>
                  <a:schemeClr val="lt1"/>
                </a:solidFill>
                <a:latin typeface="Corbel"/>
              </a:rPr>
              <a:t>This is stored in stack section</a:t>
            </a:r>
            <a:endParaRPr b="0" lang="en-IN" sz="1600" spc="-1" strike="noStrike">
              <a:solidFill>
                <a:srgbClr val="ffffff"/>
              </a:solidFill>
              <a:latin typeface="Arial"/>
            </a:endParaRPr>
          </a:p>
        </p:txBody>
      </p:sp>
      <p:sp>
        <p:nvSpPr>
          <p:cNvPr id="172" name="Cloud 17"/>
          <p:cNvSpPr/>
          <p:nvPr/>
        </p:nvSpPr>
        <p:spPr>
          <a:xfrm>
            <a:off x="7129800" y="3843000"/>
            <a:ext cx="4730760" cy="2963160"/>
          </a:xfrm>
          <a:prstGeom prst="cloud">
            <a:avLst/>
          </a:prstGeom>
          <a:solidFill>
            <a:srgbClr val="ffff00"/>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r>
              <a:rPr b="1" lang="en-IN" sz="1800" spc="-1" strike="noStrike">
                <a:solidFill>
                  <a:schemeClr val="lt2"/>
                </a:solidFill>
                <a:latin typeface="Corbel"/>
              </a:rPr>
              <a:t>If you assign string to char array then that whole string will be copied into the array.</a:t>
            </a:r>
            <a:endParaRPr b="0" lang="en-IN" sz="1800" spc="-1" strike="noStrike">
              <a:solidFill>
                <a:srgbClr val="000000"/>
              </a:solidFill>
              <a:latin typeface="Arial"/>
            </a:endParaRPr>
          </a:p>
          <a:p>
            <a:pPr defTabSz="457200">
              <a:lnSpc>
                <a:spcPct val="100000"/>
              </a:lnSpc>
            </a:pPr>
            <a:r>
              <a:rPr b="1" lang="en-IN" sz="1800" spc="-1" strike="noStrike">
                <a:solidFill>
                  <a:schemeClr val="lt2"/>
                </a:solidFill>
                <a:latin typeface="Corbel"/>
              </a:rPr>
              <a:t>So, you can modify that string.</a:t>
            </a:r>
            <a:endParaRPr b="0" lang="en-IN" sz="1800" spc="-1" strike="noStrike">
              <a:solidFill>
                <a:srgbClr val="000000"/>
              </a:solidFill>
              <a:latin typeface="Arial"/>
            </a:endParaRPr>
          </a:p>
          <a:p>
            <a:pPr defTabSz="457200">
              <a:lnSpc>
                <a:spcPct val="100000"/>
              </a:lnSpc>
            </a:pPr>
            <a:r>
              <a:rPr b="1" lang="en-IN" sz="1800" spc="-1" strike="noStrike">
                <a:solidFill>
                  <a:schemeClr val="lt2"/>
                </a:solidFill>
                <a:latin typeface="Corbel"/>
              </a:rPr>
              <a:t>Ex: char str[10]=“Sat”;</a:t>
            </a:r>
            <a:endParaRPr b="0" lang="en-IN" sz="1800" spc="-1" strike="noStrike">
              <a:solidFill>
                <a:srgbClr val="000000"/>
              </a:solidFill>
              <a:latin typeface="Arial"/>
            </a:endParaRPr>
          </a:p>
          <a:p>
            <a:pPr defTabSz="457200">
              <a:lnSpc>
                <a:spcPct val="100000"/>
              </a:lnSpc>
            </a:pPr>
            <a:r>
              <a:rPr b="1" lang="en-IN" sz="1800" spc="-1" strike="noStrike">
                <a:solidFill>
                  <a:schemeClr val="lt2"/>
                </a:solidFill>
                <a:latin typeface="Corbel"/>
              </a:rPr>
              <a:t>str[0] = ‘M’;</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Box 1"/>
          <p:cNvSpPr/>
          <p:nvPr/>
        </p:nvSpPr>
        <p:spPr>
          <a:xfrm>
            <a:off x="205560" y="22320"/>
            <a:ext cx="11881440" cy="7390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2000" spc="-1" strike="noStrike" u="sng">
                <a:solidFill>
                  <a:srgbClr val="ffc000"/>
                </a:solidFill>
                <a:uFillTx/>
                <a:latin typeface="Corbel"/>
              </a:rPr>
              <a:t>Operations performed during function call:</a:t>
            </a:r>
            <a:endParaRPr b="0" lang="en-IN" sz="20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Push calling functions register values into the stack frame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Update the link register(LR) with the return address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Update the general purpose registers(R0-R4 based on compiler and system) with the actual values of the called functions.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Make a function call and create its stack frame.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Push formal arguments to the stack frame from registers.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Do the operations and return back using the address stored in LR.</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Reload the registers from stack frame and do the normal operations.</a:t>
            </a:r>
            <a:endParaRPr b="0" lang="en-IN" sz="1800" spc="-1" strike="noStrike">
              <a:solidFill>
                <a:srgbClr val="ffffff"/>
              </a:solidFill>
              <a:latin typeface="Arial"/>
            </a:endParaRPr>
          </a:p>
          <a:p>
            <a:pPr defTabSz="457200">
              <a:lnSpc>
                <a:spcPct val="100000"/>
              </a:lnSpc>
            </a:pPr>
            <a:r>
              <a:rPr b="0" lang="en-IN" sz="2000" spc="-1" strike="noStrike">
                <a:solidFill>
                  <a:srgbClr val="ffc000"/>
                </a:solidFill>
                <a:latin typeface="Corbel"/>
              </a:rPr>
              <a:t> </a:t>
            </a:r>
            <a:endParaRPr b="0" lang="en-IN" sz="2000" spc="-1" strike="noStrike">
              <a:solidFill>
                <a:srgbClr val="ffffff"/>
              </a:solidFill>
              <a:latin typeface="Arial"/>
            </a:endParaRPr>
          </a:p>
          <a:p>
            <a:pPr defTabSz="457200">
              <a:lnSpc>
                <a:spcPct val="100000"/>
              </a:lnSpc>
            </a:pPr>
            <a:r>
              <a:rPr b="1" lang="en-IN" sz="2000" spc="-1" strike="noStrike" u="sng">
                <a:solidFill>
                  <a:srgbClr val="ffc000"/>
                </a:solidFill>
                <a:uFillTx/>
                <a:latin typeface="Corbel"/>
              </a:rPr>
              <a:t>INLINE function:</a:t>
            </a:r>
            <a:endParaRPr b="0" lang="en-IN" sz="2000" spc="-1" strike="noStrike">
              <a:solidFill>
                <a:srgbClr val="ffffff"/>
              </a:solidFill>
              <a:latin typeface="Arial"/>
            </a:endParaRPr>
          </a:p>
          <a:p>
            <a:pPr defTabSz="457200">
              <a:lnSpc>
                <a:spcPct val="100000"/>
              </a:lnSpc>
            </a:pPr>
            <a:r>
              <a:rPr b="0" lang="en-IN" sz="1800" spc="-1" strike="noStrike">
                <a:solidFill>
                  <a:schemeClr val="dk1"/>
                </a:solidFill>
                <a:latin typeface="Corbel"/>
              </a:rPr>
              <a:t>Inline function must be declared with </a:t>
            </a:r>
            <a:r>
              <a:rPr b="1" lang="en-IN" sz="1800" spc="-1" strike="noStrike">
                <a:solidFill>
                  <a:schemeClr val="dk1"/>
                </a:solidFill>
                <a:latin typeface="Corbel"/>
              </a:rPr>
              <a:t>static </a:t>
            </a:r>
            <a:r>
              <a:rPr b="0" lang="en-IN" sz="1800" spc="-1" strike="noStrike">
                <a:solidFill>
                  <a:schemeClr val="dk1"/>
                </a:solidFill>
                <a:latin typeface="Corbel"/>
              </a:rPr>
              <a:t>keyword.</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static inline func(void)</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t>
            </a:r>
            <a:endParaRPr b="0" lang="en-IN" sz="1800" spc="-1" strike="noStrike">
              <a:solidFill>
                <a:srgbClr val="ffffff"/>
              </a:solidFill>
              <a:latin typeface="Arial"/>
            </a:endParaRPr>
          </a:p>
          <a:p>
            <a:pPr defTabSz="457200">
              <a:lnSpc>
                <a:spcPct val="100000"/>
              </a:lnSpc>
            </a:pPr>
            <a:endParaRPr b="0" lang="en-IN" sz="900" spc="-1" strike="noStrike">
              <a:solidFill>
                <a:srgbClr val="ffffff"/>
              </a:solidFill>
              <a:latin typeface="Arial"/>
            </a:endParaRPr>
          </a:p>
          <a:p>
            <a:pPr defTabSz="457200">
              <a:lnSpc>
                <a:spcPct val="100000"/>
              </a:lnSpc>
            </a:pPr>
            <a:r>
              <a:rPr b="1" lang="en-IN" sz="2000" spc="-1" strike="noStrike" u="sng">
                <a:solidFill>
                  <a:srgbClr val="ffc000"/>
                </a:solidFill>
                <a:uFillTx/>
                <a:latin typeface="Corbel"/>
              </a:rPr>
              <a:t>Recursive function</a:t>
            </a:r>
            <a:endParaRPr b="0" lang="en-IN" sz="2000" spc="-1" strike="noStrike">
              <a:solidFill>
                <a:srgbClr val="ffffff"/>
              </a:solidFill>
              <a:latin typeface="Arial"/>
            </a:endParaRPr>
          </a:p>
          <a:p>
            <a:pPr defTabSz="457200">
              <a:lnSpc>
                <a:spcPct val="100000"/>
              </a:lnSpc>
            </a:pPr>
            <a:r>
              <a:rPr b="0" lang="en-IN" sz="1800" spc="-1" strike="noStrike">
                <a:solidFill>
                  <a:schemeClr val="dk1"/>
                </a:solidFill>
                <a:latin typeface="Corbel"/>
              </a:rPr>
              <a:t>A function which calls itself is called recursive function.</a:t>
            </a:r>
            <a:endParaRPr b="0" lang="en-IN" sz="1800" spc="-1" strike="noStrike">
              <a:solidFill>
                <a:srgbClr val="ffffff"/>
              </a:solidFill>
              <a:latin typeface="Arial"/>
            </a:endParaRPr>
          </a:p>
          <a:p>
            <a:pPr defTabSz="457200">
              <a:lnSpc>
                <a:spcPct val="100000"/>
              </a:lnSpc>
            </a:pPr>
            <a:endParaRPr b="0" lang="en-IN" sz="1000" spc="-1" strike="noStrike">
              <a:solidFill>
                <a:srgbClr val="ffffff"/>
              </a:solidFill>
              <a:latin typeface="Arial"/>
            </a:endParaRPr>
          </a:p>
          <a:p>
            <a:pPr defTabSz="457200">
              <a:lnSpc>
                <a:spcPct val="100000"/>
              </a:lnSpc>
            </a:pPr>
            <a:r>
              <a:rPr b="1" lang="en-IN" sz="2000" spc="-1" strike="noStrike" u="sng">
                <a:solidFill>
                  <a:srgbClr val="ffc000"/>
                </a:solidFill>
                <a:uFillTx/>
                <a:latin typeface="Corbel"/>
              </a:rPr>
              <a:t>Diff b/w macro’s and inline functions:</a:t>
            </a:r>
            <a:endParaRPr b="0" lang="en-IN" sz="20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Macro’s will be expanded in preprocessing stage and inline will be replaced in a code during compilation stage.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Macros will not do any type checking but inline functions will do it.</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Write a macro to find out the biggest among 2 different numbers. Also macro to find out the largest among 3 different numbers. </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TextBox 1"/>
          <p:cNvSpPr/>
          <p:nvPr/>
        </p:nvSpPr>
        <p:spPr>
          <a:xfrm>
            <a:off x="267840" y="35280"/>
            <a:ext cx="11847240" cy="700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2000" spc="-1" strike="noStrike" u="sng">
                <a:solidFill>
                  <a:srgbClr val="ffc000"/>
                </a:solidFill>
                <a:uFillTx/>
                <a:latin typeface="Corbel"/>
              </a:rPr>
              <a:t>Which one is good normal function or inline function:</a:t>
            </a:r>
            <a:endParaRPr b="0" lang="en-IN" sz="20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Its based on the requirement.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Normal function always creates stack frame and destroys it once done and lot of other operation takes place which will consume lot of CPU cycles. And it won’t give better performance compared to inline functions.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But, with normal function call memory footprint will be less.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Where as inline function will be expanded during compilation itself so memory footprint will be more.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But, it gives better performance as there is no CPU cycles wasted during execution.</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u="sng">
                <a:solidFill>
                  <a:schemeClr val="dk1"/>
                </a:solidFill>
                <a:uFillTx/>
                <a:latin typeface="Corbel"/>
              </a:rPr>
              <a:t>Note: Formal parameter of the functions can be declared with register storage class only.</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2000" spc="-1" strike="noStrike" u="sng">
                <a:solidFill>
                  <a:srgbClr val="ffc000"/>
                </a:solidFill>
                <a:uFillTx/>
                <a:latin typeface="Corbel"/>
              </a:rPr>
              <a:t>Bit-wise operations:</a:t>
            </a:r>
            <a:endParaRPr b="0" lang="en-IN" sz="2000" spc="-1" strike="noStrike">
              <a:solidFill>
                <a:srgbClr val="ffffff"/>
              </a:solidFill>
              <a:latin typeface="Arial"/>
            </a:endParaRPr>
          </a:p>
          <a:p>
            <a:pPr defTabSz="457200">
              <a:lnSpc>
                <a:spcPct val="100000"/>
              </a:lnSpc>
            </a:pPr>
            <a:r>
              <a:rPr b="0" lang="en-IN" sz="1800" spc="-1" strike="noStrike">
                <a:solidFill>
                  <a:schemeClr val="dk1"/>
                </a:solidFill>
                <a:latin typeface="Corbel"/>
              </a:rPr>
              <a:t>Set bit :   n = n | ( 1 &lt;&lt; bit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Reset bit:  n = n &amp; ~ ( 1 &lt;&lt; bit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Toggle bit:  n = n ^ ( 1 &lt;&lt; bit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Check if k</a:t>
            </a:r>
            <a:r>
              <a:rPr b="0" lang="en-IN" sz="1800" spc="-1" strike="noStrike" baseline="30000">
                <a:solidFill>
                  <a:schemeClr val="dk1"/>
                </a:solidFill>
                <a:latin typeface="Corbel"/>
              </a:rPr>
              <a:t>th</a:t>
            </a:r>
            <a:r>
              <a:rPr b="0" lang="en-IN" sz="1800" spc="-1" strike="noStrike">
                <a:solidFill>
                  <a:schemeClr val="dk1"/>
                </a:solidFill>
                <a:latin typeface="Corbel"/>
              </a:rPr>
              <a:t> bit is set or reset:  if( n &amp; (1 &lt;&lt; k) != 0) then </a:t>
            </a:r>
            <a:r>
              <a:rPr b="0" lang="en-IN" sz="1800" spc="-1" strike="noStrike">
                <a:solidFill>
                  <a:srgbClr val="ffc000"/>
                </a:solidFill>
                <a:latin typeface="Corbel"/>
              </a:rPr>
              <a:t>set</a:t>
            </a:r>
            <a:r>
              <a:rPr b="0" lang="en-IN" sz="1800" spc="-1" strike="noStrike">
                <a:solidFill>
                  <a:schemeClr val="dk1"/>
                </a:solidFill>
                <a:latin typeface="Corbel"/>
              </a:rPr>
              <a:t> else </a:t>
            </a:r>
            <a:r>
              <a:rPr b="0" lang="en-IN" sz="1800" spc="-1" strike="noStrike">
                <a:solidFill>
                  <a:srgbClr val="ffc000"/>
                </a:solidFill>
                <a:latin typeface="Corbel"/>
              </a:rPr>
              <a:t>reset</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Nibble swap in a byte:  n = (n &amp; 0xF0 &gt;&gt; 4) | (n &amp; 0x0F &lt;&lt; 4)</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Little to big endian or vice-versa(32-bits):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n = ( n &amp; 0xFF000000 &gt;&gt; 24) | ( n &amp; 0x000000FF &lt;&lt; 24) | ( n &amp; 0x00FF0000 &gt;&gt; 8) | ( n &amp; 0x0000FF00 &lt;&lt; 8)</a:t>
            </a:r>
            <a:endParaRPr b="0" lang="en-IN" sz="1800" spc="-1" strike="noStrike">
              <a:solidFill>
                <a:srgbClr val="ffffff"/>
              </a:solidFill>
              <a:latin typeface="Arial"/>
            </a:endParaRPr>
          </a:p>
        </p:txBody>
      </p:sp>
      <p:sp>
        <p:nvSpPr>
          <p:cNvPr id="175" name="Rectangle: Rounded Corners 2"/>
          <p:cNvSpPr/>
          <p:nvPr/>
        </p:nvSpPr>
        <p:spPr>
          <a:xfrm>
            <a:off x="6811560" y="2900520"/>
            <a:ext cx="4916160" cy="2703240"/>
          </a:xfrm>
          <a:prstGeom prst="roundRect">
            <a:avLst>
              <a:gd name="adj" fmla="val 16667"/>
            </a:avLst>
          </a:prstGeom>
          <a:solidFill>
            <a:schemeClr val="accent2">
              <a:lumMod val="50000"/>
            </a:schemeClr>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IN" sz="1800" spc="-1" strike="noStrike" u="sng">
                <a:solidFill>
                  <a:schemeClr val="lt1"/>
                </a:solidFill>
                <a:uFillTx/>
                <a:latin typeface="Corbel"/>
              </a:rPr>
              <a:t>System is Little endian or big endian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lt1"/>
                </a:solidFill>
                <a:latin typeface="Corbel"/>
              </a:rPr>
              <a:t> </a:t>
            </a:r>
            <a:r>
              <a:rPr b="1" lang="en-IN" sz="1800" spc="-1" strike="noStrike">
                <a:solidFill>
                  <a:schemeClr val="lt1"/>
                </a:solidFill>
                <a:latin typeface="Corbel"/>
              </a:rPr>
              <a:t>int x = 0x1;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lt1"/>
                </a:solidFill>
                <a:latin typeface="Corbel"/>
              </a:rPr>
              <a:t> </a:t>
            </a:r>
            <a:r>
              <a:rPr b="1" lang="en-IN" sz="1800" spc="-1" strike="noStrike">
                <a:solidFill>
                  <a:schemeClr val="lt1"/>
                </a:solidFill>
                <a:latin typeface="Corbel"/>
              </a:rPr>
              <a:t>if((char)x &amp; 1)</a:t>
            </a:r>
            <a:endParaRPr b="0" lang="en-IN" sz="1800" spc="-1" strike="noStrike">
              <a:solidFill>
                <a:srgbClr val="ffffff"/>
              </a:solidFill>
              <a:latin typeface="Arial"/>
            </a:endParaRPr>
          </a:p>
          <a:p>
            <a:pPr defTabSz="457200">
              <a:lnSpc>
                <a:spcPct val="100000"/>
              </a:lnSpc>
            </a:pPr>
            <a:r>
              <a:rPr b="1" lang="en-IN" sz="1800" spc="-1" strike="noStrike">
                <a:solidFill>
                  <a:schemeClr val="lt1"/>
                </a:solidFill>
                <a:latin typeface="Corbel"/>
              </a:rPr>
              <a:t>                </a:t>
            </a:r>
            <a:r>
              <a:rPr b="1" lang="en-IN" sz="1800" spc="-1" strike="noStrike">
                <a:solidFill>
                  <a:schemeClr val="lt1"/>
                </a:solidFill>
                <a:latin typeface="Corbel"/>
              </a:rPr>
              <a:t>printf("Little Endian\n");</a:t>
            </a:r>
            <a:endParaRPr b="0" lang="en-IN" sz="1800" spc="-1" strike="noStrike">
              <a:solidFill>
                <a:srgbClr val="ffffff"/>
              </a:solidFill>
              <a:latin typeface="Arial"/>
            </a:endParaRPr>
          </a:p>
          <a:p>
            <a:pPr defTabSz="457200">
              <a:lnSpc>
                <a:spcPct val="100000"/>
              </a:lnSpc>
            </a:pPr>
            <a:r>
              <a:rPr b="1" lang="en-IN" sz="1800" spc="-1" strike="noStrike">
                <a:solidFill>
                  <a:schemeClr val="lt1"/>
                </a:solidFill>
                <a:latin typeface="Corbel"/>
              </a:rPr>
              <a:t>  </a:t>
            </a:r>
            <a:r>
              <a:rPr b="1" lang="en-IN" sz="1800" spc="-1" strike="noStrike">
                <a:solidFill>
                  <a:schemeClr val="lt1"/>
                </a:solidFill>
                <a:latin typeface="Corbel"/>
              </a:rPr>
              <a:t>else</a:t>
            </a:r>
            <a:endParaRPr b="0" lang="en-IN" sz="1800" spc="-1" strike="noStrike">
              <a:solidFill>
                <a:srgbClr val="ffffff"/>
              </a:solidFill>
              <a:latin typeface="Arial"/>
            </a:endParaRPr>
          </a:p>
          <a:p>
            <a:pPr defTabSz="457200">
              <a:lnSpc>
                <a:spcPct val="100000"/>
              </a:lnSpc>
            </a:pPr>
            <a:r>
              <a:rPr b="1" lang="en-IN" sz="1800" spc="-1" strike="noStrike">
                <a:solidFill>
                  <a:schemeClr val="lt1"/>
                </a:solidFill>
                <a:latin typeface="Corbel"/>
              </a:rPr>
              <a:t>                </a:t>
            </a:r>
            <a:r>
              <a:rPr b="1" lang="en-IN" sz="1800" spc="-1" strike="noStrike">
                <a:solidFill>
                  <a:schemeClr val="lt1"/>
                </a:solidFill>
                <a:latin typeface="Corbel"/>
              </a:rPr>
              <a:t>printf("Big Endian\n");</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TextBox 1"/>
          <p:cNvSpPr/>
          <p:nvPr/>
        </p:nvSpPr>
        <p:spPr>
          <a:xfrm>
            <a:off x="330480" y="91080"/>
            <a:ext cx="11596320" cy="7364520"/>
          </a:xfrm>
          <a:prstGeom prst="rect">
            <a:avLst/>
          </a:prstGeom>
          <a:noFill/>
          <a:ln w="0">
            <a:noFill/>
          </a:ln>
        </p:spPr>
        <p:style>
          <a:lnRef idx="0"/>
          <a:fillRef idx="0"/>
          <a:effectRef idx="0"/>
          <a:fontRef idx="minor"/>
        </p:style>
        <p:txBody>
          <a:bodyPr lIns="90000" rIns="90000" tIns="45000" bIns="45000" anchor="t">
            <a:spAutoFit/>
          </a:bodyPr>
          <a:p>
            <a:pPr marL="285840" indent="-285840" defTabSz="457200">
              <a:lnSpc>
                <a:spcPct val="100000"/>
              </a:lnSpc>
              <a:buClr>
                <a:srgbClr val="ffffff"/>
              </a:buClr>
              <a:buFont typeface="Arial"/>
              <a:buChar char="•"/>
            </a:pPr>
            <a:r>
              <a:rPr b="0" lang="en-IN" sz="1800" spc="-1" strike="noStrike">
                <a:solidFill>
                  <a:schemeClr val="dk1"/>
                </a:solidFill>
                <a:latin typeface="Corbel"/>
              </a:rPr>
              <a:t>Given no. is power of 2 or not : if(n &amp; (n – 1) == 0) then power of 2</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Given no. is power of 4 or not:  (1) it should be power of 2 .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(2) c = 0; while((n &amp; 1) == 0) { c++; n &gt;&gt;= 1;} if(c &amp;&amp; c%2 == 0) then power of 4</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Given no. is even or odd:  if(n&amp;1 == 0) then EVEN else ODD</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Reverse the bits of a given number: for(i = 0, j = 31; i&lt;j; i++, j--) { if( !(n &amp; ( 1 &lt;&lt; i)) != !(n &amp; (1 &lt;&lt; j))) then toggle both bits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Check if the given no. is –ve :  if((n &gt;&gt; 31) &amp;  1 ) == 1) then –ve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Add 1 to the given no. :  x = -(~x);</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Swap 2 no. using bit-wise:  x = x^y; y = x^y; x = x^y;</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Find the no.of  sets bits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Find the no.of  reset bits </a:t>
            </a:r>
            <a:endParaRPr b="0" lang="en-IN" sz="1800" spc="-1" strike="noStrike">
              <a:solidFill>
                <a:srgbClr val="ffffff"/>
              </a:solidFill>
              <a:latin typeface="Arial"/>
            </a:endParaRPr>
          </a:p>
          <a:p>
            <a:pPr defTabSz="457200">
              <a:lnSpc>
                <a:spcPct val="100000"/>
              </a:lnSpc>
            </a:pPr>
            <a:endParaRPr b="0" lang="en-IN" sz="800" spc="-1" strike="noStrike">
              <a:solidFill>
                <a:srgbClr val="ffffff"/>
              </a:solidFill>
              <a:latin typeface="Arial"/>
            </a:endParaRPr>
          </a:p>
          <a:p>
            <a:pPr defTabSz="457200">
              <a:lnSpc>
                <a:spcPct val="100000"/>
              </a:lnSpc>
            </a:pPr>
            <a:r>
              <a:rPr b="1" lang="en-IN" sz="1800" spc="-1" strike="noStrike" u="sng">
                <a:solidFill>
                  <a:srgbClr val="ffc000"/>
                </a:solidFill>
                <a:uFillTx/>
                <a:latin typeface="Corbel"/>
              </a:rPr>
              <a:t>Explore on below questions:</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Difference b/w strcpy/memcpy/memmove</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Swap 2 variables without 3</a:t>
            </a:r>
            <a:r>
              <a:rPr b="0" lang="en-IN" sz="1800" spc="-1" strike="noStrike" baseline="30000">
                <a:solidFill>
                  <a:schemeClr val="dk1"/>
                </a:solidFill>
                <a:latin typeface="Corbel"/>
              </a:rPr>
              <a:t>rd</a:t>
            </a:r>
            <a:r>
              <a:rPr b="0" lang="en-IN" sz="1800" spc="-1" strike="noStrike">
                <a:solidFill>
                  <a:schemeClr val="dk1"/>
                </a:solidFill>
                <a:latin typeface="Corbel"/>
              </a:rPr>
              <a:t> variable   (x = x+y; y= x-y; x = x-y;)</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Implement all the string functions like </a:t>
            </a:r>
            <a:r>
              <a:rPr b="1" lang="en-IN" sz="1800" spc="-1" strike="noStrike">
                <a:solidFill>
                  <a:schemeClr val="dk1"/>
                </a:solidFill>
                <a:latin typeface="Corbel"/>
              </a:rPr>
              <a:t>atoi/strcat/strchr/strcmp/strcpy/strlen/strncat/strncmp/strncpy/strlcpy/strlcat/strrchr/strstr</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Implement sorting algorithms ( Bubble sort/Selection sort/Insertion sort/Quick sort/Merge sort)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Implement searching algorithms ( Linear/Binary search)</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Implement binary to decimal</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Implement decimal to binary (-ve also)</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Corbel"/>
              </a:rPr>
              <a:t>Convert little-endian to big-endian by using UNION</a:t>
            </a:r>
            <a:endParaRPr b="0" lang="en-IN" sz="1800" spc="-1" strike="noStrike">
              <a:solidFill>
                <a:srgbClr val="ffffff"/>
              </a:solidFill>
              <a:latin typeface="Arial"/>
            </a:endParaRPr>
          </a:p>
          <a:p>
            <a:pPr defTabSz="457200">
              <a:lnSpc>
                <a:spcPct val="100000"/>
              </a:lnSpc>
            </a:pPr>
            <a:endParaRPr b="0" lang="en-IN" sz="100" spc="-1" strike="noStrike">
              <a:solidFill>
                <a:srgbClr val="ffffff"/>
              </a:solidFill>
              <a:latin typeface="Arial"/>
            </a:endParaRPr>
          </a:p>
          <a:p>
            <a:pPr defTabSz="457200">
              <a:lnSpc>
                <a:spcPct val="100000"/>
              </a:lnSpc>
            </a:pPr>
            <a:endParaRPr b="0" lang="en-IN" sz="800" spc="-1" strike="noStrike">
              <a:solidFill>
                <a:srgbClr val="ffffff"/>
              </a:solidFill>
              <a:latin typeface="Arial"/>
            </a:endParaRPr>
          </a:p>
          <a:p>
            <a:pPr defTabSz="457200">
              <a:lnSpc>
                <a:spcPct val="100000"/>
              </a:lnSpc>
            </a:pPr>
            <a:endParaRPr b="0" lang="en-IN" sz="800" spc="-1" strike="noStrike">
              <a:solidFill>
                <a:srgbClr val="ffffff"/>
              </a:solidFill>
              <a:latin typeface="Arial"/>
            </a:endParaRPr>
          </a:p>
          <a:p>
            <a:pPr defTabSz="457200">
              <a:lnSpc>
                <a:spcPct val="100000"/>
              </a:lnSpc>
            </a:pPr>
            <a:r>
              <a:rPr b="0" lang="en-IN" sz="1800" spc="-1" strike="noStrike">
                <a:solidFill>
                  <a:schemeClr val="dk1"/>
                </a:solidFill>
                <a:latin typeface="Corbel"/>
              </a:rPr>
              <a:t>Note: Solve as many as questions from </a:t>
            </a:r>
            <a:endParaRPr b="0" lang="en-IN" sz="1800" spc="-1" strike="noStrike">
              <a:solidFill>
                <a:srgbClr val="ffffff"/>
              </a:solidFill>
              <a:latin typeface="Arial"/>
            </a:endParaRPr>
          </a:p>
          <a:p>
            <a:pPr defTabSz="457200">
              <a:lnSpc>
                <a:spcPct val="100000"/>
              </a:lnSpc>
            </a:pPr>
            <a:r>
              <a:rPr b="0" lang="en-IN" sz="1800" spc="-1" strike="noStrike" u="sng">
                <a:solidFill>
                  <a:schemeClr val="dk1"/>
                </a:solidFill>
                <a:uFillTx/>
                <a:latin typeface="Corbel"/>
                <a:hlinkClick r:id="rId1"/>
              </a:rPr>
              <a:t>https://blog.usejournal.com/500-data-structures-and-algorithms-practice-problems-35afe8a1e222?gi=fbe293767db9</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1"/>
          <p:cNvSpPr/>
          <p:nvPr/>
        </p:nvSpPr>
        <p:spPr>
          <a:xfrm>
            <a:off x="373680" y="-13320"/>
            <a:ext cx="11621520" cy="69138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1600" spc="-1" strike="noStrike" u="sng">
                <a:solidFill>
                  <a:srgbClr val="ffff00"/>
                </a:solidFill>
                <a:uFillTx/>
                <a:latin typeface="Corbel"/>
              </a:rPr>
              <a:t>DATA STRUCTURE</a:t>
            </a:r>
            <a:endParaRPr b="0" lang="en-IN" sz="1600" spc="-1" strike="noStrike">
              <a:solidFill>
                <a:srgbClr val="ffffff"/>
              </a:solidFill>
              <a:latin typeface="Arial"/>
            </a:endParaRPr>
          </a:p>
          <a:p>
            <a:pPr defTabSz="457200">
              <a:lnSpc>
                <a:spcPct val="100000"/>
              </a:lnSpc>
            </a:pPr>
            <a:r>
              <a:rPr b="1" lang="en-IN" sz="1600" spc="-1" strike="noStrike" u="sng">
                <a:solidFill>
                  <a:srgbClr val="ffc000"/>
                </a:solidFill>
                <a:uFillTx/>
                <a:latin typeface="Corbel"/>
              </a:rPr>
              <a:t>STACKS</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 stack is a linear data structure, collection of items of the same type.</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Stack follows the Last In First Out (LIFO) fashion wherein the last element entered is the first one to be popped out.</a:t>
            </a:r>
            <a:endParaRPr b="0" lang="en-IN" sz="1600" spc="-1" strike="noStrike">
              <a:solidFill>
                <a:srgbClr val="ffffff"/>
              </a:solidFill>
              <a:latin typeface="Arial"/>
            </a:endParaRPr>
          </a:p>
          <a:p>
            <a:pPr defTabSz="457200">
              <a:lnSpc>
                <a:spcPct val="100000"/>
              </a:lnSpc>
            </a:pP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The following are the basic operations served by the Stacks.</a:t>
            </a:r>
            <a:endParaRPr b="0" lang="en-IN" sz="1600" spc="-1" strike="noStrike">
              <a:solidFill>
                <a:srgbClr val="ffffff"/>
              </a:solidFill>
              <a:latin typeface="Arial"/>
            </a:endParaRPr>
          </a:p>
          <a:p>
            <a:pPr marL="285840" indent="-285840" defTabSz="457200">
              <a:lnSpc>
                <a:spcPct val="100000"/>
              </a:lnSpc>
              <a:buClr>
                <a:srgbClr val="00b0f0"/>
              </a:buClr>
              <a:buFont typeface="Arial"/>
              <a:buChar char="•"/>
            </a:pPr>
            <a:r>
              <a:rPr b="1" lang="en-IN" sz="1600" spc="-1" strike="noStrike">
                <a:solidFill>
                  <a:srgbClr val="00b0f0"/>
                </a:solidFill>
                <a:latin typeface="Corbel"/>
              </a:rPr>
              <a:t>IsEmpty:</a:t>
            </a:r>
            <a:r>
              <a:rPr b="0" lang="en-IN" sz="1600" spc="-1" strike="noStrike">
                <a:solidFill>
                  <a:schemeClr val="dk1"/>
                </a:solidFill>
                <a:latin typeface="Corbel"/>
              </a:rPr>
              <a:t> Checks whether the stack is empty.</a:t>
            </a:r>
            <a:endParaRPr b="0" lang="en-IN" sz="1600" spc="-1" strike="noStrike">
              <a:solidFill>
                <a:srgbClr val="ffffff"/>
              </a:solidFill>
              <a:latin typeface="Arial"/>
            </a:endParaRPr>
          </a:p>
          <a:p>
            <a:pPr marL="285840" indent="-285840" defTabSz="457200">
              <a:lnSpc>
                <a:spcPct val="100000"/>
              </a:lnSpc>
              <a:buClr>
                <a:srgbClr val="00b0f0"/>
              </a:buClr>
              <a:buFont typeface="Arial"/>
              <a:buChar char="•"/>
            </a:pPr>
            <a:r>
              <a:rPr b="1" lang="en-IN" sz="1600" spc="-1" strike="noStrike">
                <a:solidFill>
                  <a:srgbClr val="00b0f0"/>
                </a:solidFill>
                <a:latin typeface="Corbel"/>
              </a:rPr>
              <a:t>IsFull: </a:t>
            </a:r>
            <a:r>
              <a:rPr b="0" lang="en-IN" sz="1600" spc="-1" strike="noStrike">
                <a:solidFill>
                  <a:schemeClr val="dk1"/>
                </a:solidFill>
                <a:latin typeface="Corbel"/>
              </a:rPr>
              <a:t>Checks whether the stack is full.</a:t>
            </a:r>
            <a:endParaRPr b="0" lang="en-IN" sz="1600" spc="-1" strike="noStrike">
              <a:solidFill>
                <a:srgbClr val="ffffff"/>
              </a:solidFill>
              <a:latin typeface="Arial"/>
            </a:endParaRPr>
          </a:p>
          <a:p>
            <a:pPr marL="285840" indent="-285840" defTabSz="457200">
              <a:lnSpc>
                <a:spcPct val="100000"/>
              </a:lnSpc>
              <a:buClr>
                <a:srgbClr val="00b0f0"/>
              </a:buClr>
              <a:buFont typeface="Arial"/>
              <a:buChar char="•"/>
            </a:pPr>
            <a:r>
              <a:rPr b="1" lang="en-IN" sz="1600" spc="-1" strike="noStrike">
                <a:solidFill>
                  <a:srgbClr val="00b0f0"/>
                </a:solidFill>
                <a:latin typeface="Corbel"/>
              </a:rPr>
              <a:t>Push: </a:t>
            </a:r>
            <a:r>
              <a:rPr b="0" lang="en-IN" sz="1600" spc="-1" strike="noStrike">
                <a:solidFill>
                  <a:schemeClr val="dk1"/>
                </a:solidFill>
                <a:latin typeface="Corbel"/>
              </a:rPr>
              <a:t>This function adds an element to the top of the Stack.</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Algo:</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1" lang="en-IN" sz="1600" spc="-1" strike="noStrike">
                <a:solidFill>
                  <a:schemeClr val="dk1"/>
                </a:solidFill>
                <a:latin typeface="Corbel"/>
              </a:rPr>
              <a:t>PUSH</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begin</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check </a:t>
            </a:r>
            <a:r>
              <a:rPr b="1" lang="en-IN" sz="1600" spc="-1" strike="noStrike">
                <a:solidFill>
                  <a:schemeClr val="dk1"/>
                </a:solidFill>
                <a:latin typeface="Corbel"/>
              </a:rPr>
              <a:t>IsFull</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Cannot push elements &amp; return</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push element into the top of the stack </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end </a:t>
            </a:r>
            <a:endParaRPr b="0" lang="en-IN" sz="1600" spc="-1" strike="noStrike">
              <a:solidFill>
                <a:srgbClr val="ffffff"/>
              </a:solidFill>
              <a:latin typeface="Arial"/>
            </a:endParaRPr>
          </a:p>
          <a:p>
            <a:pPr marL="285840" indent="-285840" defTabSz="457200">
              <a:lnSpc>
                <a:spcPct val="100000"/>
              </a:lnSpc>
              <a:buClr>
                <a:srgbClr val="00b0f0"/>
              </a:buClr>
              <a:buFont typeface="Arial"/>
              <a:buChar char="•"/>
            </a:pPr>
            <a:r>
              <a:rPr b="1" lang="en-IN" sz="1600" spc="-1" strike="noStrike">
                <a:solidFill>
                  <a:srgbClr val="00b0f0"/>
                </a:solidFill>
                <a:latin typeface="Corbel"/>
              </a:rPr>
              <a:t>Pop: </a:t>
            </a:r>
            <a:r>
              <a:rPr b="0" lang="en-IN" sz="1600" spc="-1" strike="noStrike">
                <a:solidFill>
                  <a:schemeClr val="dk1"/>
                </a:solidFill>
                <a:latin typeface="Corbel"/>
              </a:rPr>
              <a:t>This function removes the topmost element from the stack.</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Algo:</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1" lang="en-IN" sz="1600" spc="-1" strike="noStrike">
                <a:solidFill>
                  <a:schemeClr val="dk1"/>
                </a:solidFill>
                <a:latin typeface="Corbel"/>
              </a:rPr>
              <a:t>POP</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begin</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check IsEmpty</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Cannot pop elements from the stack &amp; return</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pop the elements from the top of the stack </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end</a:t>
            </a:r>
            <a:endParaRPr b="0" lang="en-IN" sz="1600" spc="-1" strike="noStrike">
              <a:solidFill>
                <a:srgbClr val="ffffff"/>
              </a:solidFill>
              <a:latin typeface="Arial"/>
            </a:endParaRPr>
          </a:p>
          <a:p>
            <a:pPr marL="285840" indent="-285840" defTabSz="457200">
              <a:lnSpc>
                <a:spcPct val="100000"/>
              </a:lnSpc>
              <a:buClr>
                <a:srgbClr val="00b0f0"/>
              </a:buClr>
              <a:buFont typeface="Arial"/>
              <a:buChar char="•"/>
            </a:pPr>
            <a:r>
              <a:rPr b="1" lang="en-IN" sz="1600" spc="-1" strike="noStrike">
                <a:solidFill>
                  <a:srgbClr val="00b0f0"/>
                </a:solidFill>
                <a:latin typeface="Corbel"/>
              </a:rPr>
              <a:t>Pip: </a:t>
            </a:r>
            <a:r>
              <a:rPr b="0" lang="en-IN" sz="1600" spc="-1" strike="noStrike">
                <a:solidFill>
                  <a:schemeClr val="dk1"/>
                </a:solidFill>
                <a:latin typeface="Corbel"/>
              </a:rPr>
              <a:t>Displays the topmost element of the stack.</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Algo:</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1" lang="en-IN" sz="1600" spc="-1" strike="noStrike">
                <a:solidFill>
                  <a:schemeClr val="dk1"/>
                </a:solidFill>
                <a:latin typeface="Corbel"/>
              </a:rPr>
              <a:t>PIP</a:t>
            </a:r>
            <a:endParaRPr b="0" lang="en-IN" sz="1600" spc="-1" strike="noStrike">
              <a:solidFill>
                <a:srgbClr val="ffffff"/>
              </a:solidFill>
              <a:latin typeface="Arial"/>
            </a:endParaRPr>
          </a:p>
          <a:p>
            <a:pPr defTabSz="457200">
              <a:lnSpc>
                <a:spcPct val="100000"/>
              </a:lnSpc>
            </a:pPr>
            <a:r>
              <a:rPr b="0" lang="en-IN" sz="1600" spc="-1" strike="noStrike">
                <a:solidFill>
                  <a:schemeClr val="dk1"/>
                </a:solidFill>
                <a:latin typeface="Corbel"/>
              </a:rPr>
              <a:t>	</a:t>
            </a:r>
            <a:r>
              <a:rPr b="0" lang="en-IN" sz="1600" spc="-1" strike="noStrike">
                <a:solidFill>
                  <a:schemeClr val="dk1"/>
                </a:solidFill>
                <a:latin typeface="Corbel"/>
              </a:rPr>
              <a:t>	</a:t>
            </a:r>
            <a:r>
              <a:rPr b="0" lang="en-IN" sz="1600" spc="-1" strike="noStrike">
                <a:solidFill>
                  <a:schemeClr val="dk1"/>
                </a:solidFill>
                <a:latin typeface="Corbel"/>
              </a:rPr>
              <a:t>if not empty return the top elements</a:t>
            </a:r>
            <a:endParaRPr b="0" lang="en-IN" sz="1600" spc="-1" strike="noStrike">
              <a:solidFill>
                <a:srgbClr val="ffffff"/>
              </a:solidFill>
              <a:latin typeface="Arial"/>
            </a:endParaRPr>
          </a:p>
        </p:txBody>
      </p:sp>
      <p:pic>
        <p:nvPicPr>
          <p:cNvPr id="178" name="Picture 2" descr="Stack Data Structure"/>
          <p:cNvPicPr/>
          <p:nvPr/>
        </p:nvPicPr>
        <p:blipFill>
          <a:blip r:embed="rId1"/>
          <a:stretch/>
        </p:blipFill>
        <p:spPr>
          <a:xfrm>
            <a:off x="7511400" y="1841040"/>
            <a:ext cx="4306680" cy="24444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TextBox 2"/>
          <p:cNvSpPr/>
          <p:nvPr/>
        </p:nvSpPr>
        <p:spPr>
          <a:xfrm>
            <a:off x="119160" y="185400"/>
            <a:ext cx="11966400" cy="612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1800" spc="-1" strike="noStrike" u="sng">
                <a:solidFill>
                  <a:srgbClr val="ffc000"/>
                </a:solidFill>
                <a:uFillTx/>
                <a:latin typeface="Corbel"/>
              </a:rPr>
              <a:t>QUEUE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A Queue is a linear data structure which follows a particular order in which the operations are performed. </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The order is First In First Out (FIFO).</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The following are the basic operations served by the Stacks.</a:t>
            </a:r>
            <a:endParaRPr b="0" lang="en-IN" sz="1800" spc="-1" strike="noStrike">
              <a:solidFill>
                <a:srgbClr val="ffffff"/>
              </a:solidFill>
              <a:latin typeface="Arial"/>
            </a:endParaRPr>
          </a:p>
          <a:p>
            <a:pPr marL="285840" indent="-285840" defTabSz="457200">
              <a:lnSpc>
                <a:spcPct val="100000"/>
              </a:lnSpc>
              <a:buClr>
                <a:srgbClr val="00b0f0"/>
              </a:buClr>
              <a:buFont typeface="Arial"/>
              <a:buChar char="•"/>
            </a:pPr>
            <a:r>
              <a:rPr b="1" lang="en-IN" sz="1800" spc="-1" strike="noStrike">
                <a:solidFill>
                  <a:srgbClr val="00b0f0"/>
                </a:solidFill>
                <a:latin typeface="Corbel"/>
              </a:rPr>
              <a:t>Insert</a:t>
            </a:r>
            <a:r>
              <a:rPr b="1" lang="en-IN" sz="1800" spc="-1" strike="noStrike">
                <a:solidFill>
                  <a:schemeClr val="dk1"/>
                </a:solidFill>
                <a:latin typeface="Corbel"/>
              </a:rPr>
              <a:t>: </a:t>
            </a:r>
            <a:r>
              <a:rPr b="0" lang="en-IN" sz="1800" spc="-1" strike="noStrike">
                <a:solidFill>
                  <a:schemeClr val="dk1"/>
                </a:solidFill>
                <a:latin typeface="Corbel"/>
              </a:rPr>
              <a:t>This function adds elements into the queue.</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Algo:</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	</a:t>
            </a:r>
            <a:r>
              <a:rPr b="1" lang="en-IN" sz="1800" spc="-1" strike="noStrike">
                <a:solidFill>
                  <a:schemeClr val="dk1"/>
                </a:solidFill>
                <a:latin typeface="Corbel"/>
              </a:rPr>
              <a:t>INSERT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begin</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	</a:t>
            </a:r>
            <a:r>
              <a:rPr b="1"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check if Queue is full</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	</a:t>
            </a:r>
            <a:r>
              <a:rPr b="1" lang="en-IN" sz="1800" spc="-1" strike="noStrike">
                <a:solidFill>
                  <a:schemeClr val="dk1"/>
                </a:solidFill>
                <a:latin typeface="Corbel"/>
              </a:rPr>
              <a:t>	</a:t>
            </a:r>
            <a:r>
              <a:rPr b="1" lang="en-IN" sz="1800" spc="-1" strike="noStrike">
                <a:solidFill>
                  <a:schemeClr val="dk1"/>
                </a:solidFill>
                <a:latin typeface="Corbel"/>
              </a:rPr>
              <a:t>	</a:t>
            </a:r>
            <a:r>
              <a:rPr b="0" lang="en-IN" sz="1800" spc="-1" strike="noStrike">
                <a:solidFill>
                  <a:schemeClr val="dk1"/>
                </a:solidFill>
                <a:latin typeface="Corbel"/>
              </a:rPr>
              <a:t>Cannot insert the elements &amp; return</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	</a:t>
            </a:r>
            <a:r>
              <a:rPr b="1" lang="en-IN" sz="1800" spc="-1" strike="noStrike">
                <a:solidFill>
                  <a:schemeClr val="dk1"/>
                </a:solidFill>
                <a:latin typeface="Corbel"/>
              </a:rPr>
              <a:t>	</a:t>
            </a:r>
            <a:r>
              <a:rPr b="1" lang="en-IN" sz="1800" spc="-1" strike="noStrike">
                <a:solidFill>
                  <a:schemeClr val="dk1"/>
                </a:solidFill>
                <a:latin typeface="Corbel"/>
              </a:rPr>
              <a:t> </a:t>
            </a:r>
            <a:r>
              <a:rPr b="0" lang="en-IN" sz="1800" spc="-1" strike="noStrike">
                <a:solidFill>
                  <a:schemeClr val="dk1"/>
                </a:solidFill>
                <a:latin typeface="Corbel"/>
              </a:rPr>
              <a:t>insert the elements into the queue at rear end</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	</a:t>
            </a:r>
            <a:r>
              <a:rPr b="0" lang="en-IN" sz="1800" spc="-1" strike="noStrike">
                <a:solidFill>
                  <a:schemeClr val="dk1"/>
                </a:solidFill>
                <a:latin typeface="Corbel"/>
              </a:rPr>
              <a:t>end</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marL="285840" indent="-285840" defTabSz="457200">
              <a:lnSpc>
                <a:spcPct val="100000"/>
              </a:lnSpc>
              <a:buClr>
                <a:srgbClr val="00b0f0"/>
              </a:buClr>
              <a:buFont typeface="Arial"/>
              <a:buChar char="•"/>
            </a:pPr>
            <a:r>
              <a:rPr b="1" lang="en-IN" sz="1800" spc="-1" strike="noStrike">
                <a:solidFill>
                  <a:srgbClr val="00b0f0"/>
                </a:solidFill>
                <a:latin typeface="Corbel"/>
              </a:rPr>
              <a:t>Delete</a:t>
            </a:r>
            <a:r>
              <a:rPr b="1" lang="en-IN" sz="1800" spc="-1" strike="noStrike">
                <a:solidFill>
                  <a:schemeClr val="dk1"/>
                </a:solidFill>
                <a:latin typeface="Corbel"/>
              </a:rPr>
              <a:t>: </a:t>
            </a:r>
            <a:r>
              <a:rPr b="0" lang="en-IN" sz="1800" spc="-1" strike="noStrike">
                <a:solidFill>
                  <a:schemeClr val="dk1"/>
                </a:solidFill>
                <a:latin typeface="Corbel"/>
              </a:rPr>
              <a:t>This function deletes elements from the queue.</a:t>
            </a: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Corbel"/>
              </a:rPr>
              <a:t>Algo:</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DELETE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begin</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check if Queue is empty</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Cannot delete elements from the queue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	</a:t>
            </a:r>
            <a:r>
              <a:rPr b="0" lang="en-IN" sz="1800" spc="-1" strike="noStrike">
                <a:solidFill>
                  <a:schemeClr val="dk1"/>
                </a:solidFill>
                <a:latin typeface="Corbel"/>
              </a:rPr>
              <a:t>Remove element from the queue at front end</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r>
              <a:rPr b="0" lang="en-IN" sz="1800" spc="-1" strike="noStrike">
                <a:solidFill>
                  <a:schemeClr val="dk1"/>
                </a:solidFill>
                <a:latin typeface="Corbel"/>
              </a:rPr>
              <a:t>end</a:t>
            </a:r>
            <a:endParaRPr b="0" lang="en-IN" sz="1800" spc="-1" strike="noStrike">
              <a:solidFill>
                <a:srgbClr val="ffffff"/>
              </a:solidFill>
              <a:latin typeface="Arial"/>
            </a:endParaRPr>
          </a:p>
        </p:txBody>
      </p:sp>
      <p:pic>
        <p:nvPicPr>
          <p:cNvPr id="180" name="Picture 2" descr="Queue Data Structure - Tutorial And Example"/>
          <p:cNvPicPr/>
          <p:nvPr/>
        </p:nvPicPr>
        <p:blipFill>
          <a:blip r:embed="rId1"/>
          <a:stretch/>
        </p:blipFill>
        <p:spPr>
          <a:xfrm>
            <a:off x="7148160" y="1219320"/>
            <a:ext cx="4659120" cy="23720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TextBox 1"/>
          <p:cNvSpPr/>
          <p:nvPr/>
        </p:nvSpPr>
        <p:spPr>
          <a:xfrm>
            <a:off x="231840" y="286560"/>
            <a:ext cx="11764080" cy="6429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2000" spc="-1" strike="noStrike" u="sng">
                <a:solidFill>
                  <a:srgbClr val="ffc000"/>
                </a:solidFill>
                <a:uFillTx/>
                <a:latin typeface="Corbel"/>
              </a:rPr>
              <a:t>Single Linked List:</a:t>
            </a:r>
            <a:endParaRPr b="0" lang="en-IN" sz="2000" spc="-1" strike="noStrike">
              <a:solidFill>
                <a:srgbClr val="ffffff"/>
              </a:solidFill>
              <a:latin typeface="Arial"/>
            </a:endParaRPr>
          </a:p>
          <a:p>
            <a:pPr defTabSz="457200">
              <a:lnSpc>
                <a:spcPct val="100000"/>
              </a:lnSpc>
            </a:pPr>
            <a:r>
              <a:rPr b="0" lang="en-IN" sz="1800" spc="-1" strike="noStrike">
                <a:solidFill>
                  <a:schemeClr val="dk1"/>
                </a:solidFill>
                <a:latin typeface="urw-din"/>
              </a:rPr>
              <a:t>A linked list is a linear data structure, in which the elements are not stored at contiguous memory locations.</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1" lang="en-IN" sz="1800" spc="-1" strike="noStrike">
                <a:solidFill>
                  <a:schemeClr val="dk1"/>
                </a:solidFill>
                <a:latin typeface="urw-din"/>
              </a:rPr>
              <a:t>Declaration of single linked list: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struct  list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	</a:t>
            </a:r>
            <a:r>
              <a:rPr b="0" lang="en-IN" sz="1800" spc="-1" strike="noStrike">
                <a:solidFill>
                  <a:schemeClr val="dk1"/>
                </a:solidFill>
                <a:latin typeface="urw-din"/>
              </a:rPr>
              <a:t>NODE</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	</a:t>
            </a:r>
            <a:r>
              <a:rPr b="0" lang="en-IN" sz="1800" spc="-1" strike="noStrike">
                <a:solidFill>
                  <a:schemeClr val="dk1"/>
                </a:solidFill>
                <a:latin typeface="urw-din"/>
              </a:rPr>
              <a:t>int    data;</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	</a:t>
            </a:r>
            <a:r>
              <a:rPr b="0" lang="en-IN" sz="1800" spc="-1" strike="noStrike">
                <a:solidFill>
                  <a:schemeClr val="dk1"/>
                </a:solidFill>
                <a:latin typeface="urw-din"/>
              </a:rPr>
              <a:t>struct   list   *next;</a:t>
            </a: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urw-din"/>
              </a:rPr>
              <a:t>};</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urw-din"/>
              </a:rPr>
              <a:t>Insert the element at the beginning of the list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urw-din"/>
              </a:rPr>
              <a:t>Insert the element in the middle of the list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urw-din"/>
              </a:rPr>
              <a:t>Insert the element at the end of the list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urw-din"/>
              </a:rPr>
              <a:t>Delete the first node from the list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urw-din"/>
              </a:rPr>
              <a:t>Delete the middle node from the list</a:t>
            </a:r>
            <a:endParaRPr b="0" lang="en-IN" sz="1800" spc="-1" strike="noStrike">
              <a:solidFill>
                <a:srgbClr val="ffffff"/>
              </a:solidFill>
              <a:latin typeface="Arial"/>
            </a:endParaRPr>
          </a:p>
          <a:p>
            <a:pPr marL="285840" indent="-285840" defTabSz="457200">
              <a:lnSpc>
                <a:spcPct val="100000"/>
              </a:lnSpc>
              <a:buClr>
                <a:srgbClr val="ffffff"/>
              </a:buClr>
              <a:buFont typeface="Arial"/>
              <a:buChar char="•"/>
            </a:pPr>
            <a:r>
              <a:rPr b="0" lang="en-IN" sz="1800" spc="-1" strike="noStrike">
                <a:solidFill>
                  <a:schemeClr val="dk1"/>
                </a:solidFill>
                <a:latin typeface="urw-din"/>
              </a:rPr>
              <a:t>Delete the last node from the list</a:t>
            </a:r>
            <a:endParaRPr b="0" lang="en-IN" sz="1800" spc="-1" strike="noStrike">
              <a:solidFill>
                <a:srgbClr val="ffffff"/>
              </a:solidFill>
              <a:latin typeface="Arial"/>
            </a:endParaRPr>
          </a:p>
          <a:p>
            <a:pPr defTabSz="457200">
              <a:lnSpc>
                <a:spcPct val="100000"/>
              </a:lnSpc>
            </a:pPr>
            <a:endParaRPr b="0" lang="en-IN" sz="1800" spc="-1" strike="noStrike">
              <a:solidFill>
                <a:srgbClr val="ffffff"/>
              </a:solidFill>
              <a:latin typeface="Arial"/>
            </a:endParaRPr>
          </a:p>
          <a:p>
            <a:pPr defTabSz="457200">
              <a:lnSpc>
                <a:spcPct val="100000"/>
              </a:lnSpc>
            </a:pPr>
            <a:r>
              <a:rPr b="0" lang="en-IN" sz="1800" spc="-1" strike="noStrike">
                <a:solidFill>
                  <a:schemeClr val="dk1"/>
                </a:solidFill>
                <a:latin typeface="Corbel"/>
              </a:rPr>
              <a:t>	</a:t>
            </a:r>
            <a:endParaRPr b="0" lang="en-IN" sz="1800" spc="-1" strike="noStrike">
              <a:solidFill>
                <a:srgbClr val="ffffff"/>
              </a:solidFill>
              <a:latin typeface="Arial"/>
            </a:endParaRPr>
          </a:p>
        </p:txBody>
      </p:sp>
      <p:graphicFrame>
        <p:nvGraphicFramePr>
          <p:cNvPr id="182" name="Table 3"/>
          <p:cNvGraphicFramePr/>
          <p:nvPr/>
        </p:nvGraphicFramePr>
        <p:xfrm>
          <a:off x="4683600" y="2274840"/>
          <a:ext cx="2824560" cy="366120"/>
        </p:xfrm>
        <a:graphic>
          <a:graphicData uri="http://schemas.openxmlformats.org/drawingml/2006/table">
            <a:tbl>
              <a:tblPr/>
              <a:tblGrid>
                <a:gridCol w="1412280"/>
                <a:gridCol w="1412280"/>
              </a:tblGrid>
              <a:tr h="133560">
                <a:tc>
                  <a:txBody>
                    <a:bodyPr anchor="t">
                      <a:noAutofit/>
                    </a:bodyPr>
                    <a:p>
                      <a:pPr algn="ctr" defTabSz="914400">
                        <a:lnSpc>
                          <a:spcPct val="100000"/>
                        </a:lnSpc>
                      </a:pPr>
                      <a:r>
                        <a:rPr b="1"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c>
                  <a:txBody>
                    <a:bodyPr anchor="t">
                      <a:noAutofit/>
                    </a:bodyPr>
                    <a:p>
                      <a:pPr algn="ctr" defTabSz="914400">
                        <a:lnSpc>
                          <a:spcPct val="100000"/>
                        </a:lnSpc>
                      </a:pPr>
                      <a:r>
                        <a:rPr b="1" lang="en-IN" sz="1800" spc="-1" strike="noStrike">
                          <a:solidFill>
                            <a:schemeClr val="dk1"/>
                          </a:solidFill>
                          <a:latin typeface="Corbel"/>
                        </a:rPr>
                        <a:t>Next</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graphicFrame>
        <p:nvGraphicFramePr>
          <p:cNvPr id="183" name="Table 3"/>
          <p:cNvGraphicFramePr/>
          <p:nvPr/>
        </p:nvGraphicFramePr>
        <p:xfrm>
          <a:off x="741600" y="3291480"/>
          <a:ext cx="1701000" cy="366120"/>
        </p:xfrm>
        <a:graphic>
          <a:graphicData uri="http://schemas.openxmlformats.org/drawingml/2006/table">
            <a:tbl>
              <a:tblPr/>
              <a:tblGrid>
                <a:gridCol w="850680"/>
                <a:gridCol w="850680"/>
              </a:tblGrid>
              <a:tr h="133560">
                <a:tc>
                  <a:txBody>
                    <a:bodyPr anchor="t">
                      <a:noAutofit/>
                    </a:bodyPr>
                    <a:p>
                      <a:pPr algn="ctr" defTabSz="914400">
                        <a:lnSpc>
                          <a:spcPct val="100000"/>
                        </a:lnSpc>
                      </a:pPr>
                      <a:r>
                        <a:rPr b="1"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c>
                  <a:txBody>
                    <a:bodyPr anchor="t">
                      <a:noAutofit/>
                    </a:bodyPr>
                    <a:p>
                      <a:pPr algn="ctr" defTabSz="914400">
                        <a:lnSpc>
                          <a:spcPct val="100000"/>
                        </a:lnSpc>
                      </a:pPr>
                      <a:r>
                        <a:rPr b="1" lang="en-IN" sz="1800" spc="-1" strike="noStrike">
                          <a:solidFill>
                            <a:schemeClr val="dk1"/>
                          </a:solidFill>
                          <a:latin typeface="Corbel"/>
                        </a:rPr>
                        <a:t>Next</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graphicFrame>
        <p:nvGraphicFramePr>
          <p:cNvPr id="184" name="Table 4"/>
          <p:cNvGraphicFramePr/>
          <p:nvPr/>
        </p:nvGraphicFramePr>
        <p:xfrm>
          <a:off x="2893320" y="3307320"/>
          <a:ext cx="1672560" cy="366120"/>
        </p:xfrm>
        <a:graphic>
          <a:graphicData uri="http://schemas.openxmlformats.org/drawingml/2006/table">
            <a:tbl>
              <a:tblPr/>
              <a:tblGrid>
                <a:gridCol w="836280"/>
                <a:gridCol w="836280"/>
              </a:tblGrid>
              <a:tr h="315360">
                <a:tc>
                  <a:txBody>
                    <a:bodyPr anchor="t">
                      <a:noAutofit/>
                    </a:bodyPr>
                    <a:p>
                      <a:pPr algn="ctr" defTabSz="914400">
                        <a:lnSpc>
                          <a:spcPct val="100000"/>
                        </a:lnSpc>
                      </a:pPr>
                      <a:r>
                        <a:rPr b="1"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c>
                  <a:txBody>
                    <a:bodyPr anchor="t">
                      <a:noAutofit/>
                    </a:bodyPr>
                    <a:p>
                      <a:pPr algn="ctr" defTabSz="914400">
                        <a:lnSpc>
                          <a:spcPct val="100000"/>
                        </a:lnSpc>
                      </a:pPr>
                      <a:r>
                        <a:rPr b="1" lang="en-IN" sz="1800" spc="-1" strike="noStrike">
                          <a:solidFill>
                            <a:schemeClr val="dk1"/>
                          </a:solidFill>
                          <a:latin typeface="Corbel"/>
                        </a:rPr>
                        <a:t>Next</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graphicFrame>
        <p:nvGraphicFramePr>
          <p:cNvPr id="185" name="Table 7"/>
          <p:cNvGraphicFramePr/>
          <p:nvPr/>
        </p:nvGraphicFramePr>
        <p:xfrm>
          <a:off x="5037120" y="3309480"/>
          <a:ext cx="1672560" cy="366120"/>
        </p:xfrm>
        <a:graphic>
          <a:graphicData uri="http://schemas.openxmlformats.org/drawingml/2006/table">
            <a:tbl>
              <a:tblPr/>
              <a:tblGrid>
                <a:gridCol w="836280"/>
                <a:gridCol w="836280"/>
              </a:tblGrid>
              <a:tr h="365400">
                <a:tc>
                  <a:txBody>
                    <a:bodyPr anchor="t">
                      <a:noAutofit/>
                    </a:bodyPr>
                    <a:p>
                      <a:pPr algn="ctr" defTabSz="914400">
                        <a:lnSpc>
                          <a:spcPct val="100000"/>
                        </a:lnSpc>
                      </a:pPr>
                      <a:r>
                        <a:rPr b="1"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c>
                  <a:txBody>
                    <a:bodyPr anchor="t">
                      <a:noAutofit/>
                    </a:bodyPr>
                    <a:p>
                      <a:pPr algn="ctr" defTabSz="914400">
                        <a:lnSpc>
                          <a:spcPct val="100000"/>
                        </a:lnSpc>
                      </a:pPr>
                      <a:r>
                        <a:rPr b="1" lang="en-IN" sz="1800" spc="-1" strike="noStrike">
                          <a:solidFill>
                            <a:schemeClr val="dk1"/>
                          </a:solidFill>
                          <a:latin typeface="Corbel"/>
                        </a:rPr>
                        <a:t>Next</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graphicFrame>
        <p:nvGraphicFramePr>
          <p:cNvPr id="186" name="Table 9"/>
          <p:cNvGraphicFramePr/>
          <p:nvPr/>
        </p:nvGraphicFramePr>
        <p:xfrm>
          <a:off x="7167240" y="3309480"/>
          <a:ext cx="1672560" cy="366120"/>
        </p:xfrm>
        <a:graphic>
          <a:graphicData uri="http://schemas.openxmlformats.org/drawingml/2006/table">
            <a:tbl>
              <a:tblPr/>
              <a:tblGrid>
                <a:gridCol w="836280"/>
                <a:gridCol w="836280"/>
              </a:tblGrid>
              <a:tr h="315360">
                <a:tc>
                  <a:txBody>
                    <a:bodyPr anchor="t">
                      <a:noAutofit/>
                    </a:bodyPr>
                    <a:p>
                      <a:pPr algn="ctr" defTabSz="914400">
                        <a:lnSpc>
                          <a:spcPct val="100000"/>
                        </a:lnSpc>
                      </a:pPr>
                      <a:r>
                        <a:rPr b="1"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c>
                  <a:txBody>
                    <a:bodyPr anchor="t">
                      <a:noAutofit/>
                    </a:bodyPr>
                    <a:p>
                      <a:pPr algn="ctr" defTabSz="914400">
                        <a:lnSpc>
                          <a:spcPct val="100000"/>
                        </a:lnSpc>
                      </a:pPr>
                      <a:r>
                        <a:rPr b="1" lang="en-IN" sz="1800" spc="-1" strike="noStrike">
                          <a:solidFill>
                            <a:schemeClr val="dk1"/>
                          </a:solidFill>
                          <a:latin typeface="Corbel"/>
                        </a:rPr>
                        <a:t>Next</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graphicFrame>
        <p:nvGraphicFramePr>
          <p:cNvPr id="187" name="Table 10"/>
          <p:cNvGraphicFramePr/>
          <p:nvPr/>
        </p:nvGraphicFramePr>
        <p:xfrm>
          <a:off x="9230400" y="3312000"/>
          <a:ext cx="1672560" cy="366120"/>
        </p:xfrm>
        <a:graphic>
          <a:graphicData uri="http://schemas.openxmlformats.org/drawingml/2006/table">
            <a:tbl>
              <a:tblPr/>
              <a:tblGrid>
                <a:gridCol w="836280"/>
                <a:gridCol w="836280"/>
              </a:tblGrid>
              <a:tr h="345240">
                <a:tc>
                  <a:txBody>
                    <a:bodyPr anchor="t">
                      <a:noAutofit/>
                    </a:bodyPr>
                    <a:p>
                      <a:pPr algn="ctr" defTabSz="914400">
                        <a:lnSpc>
                          <a:spcPct val="100000"/>
                        </a:lnSpc>
                      </a:pPr>
                      <a:r>
                        <a:rPr b="1" lang="en-IN" sz="1800" spc="-1" strike="noStrike">
                          <a:solidFill>
                            <a:schemeClr val="dk1"/>
                          </a:solidFill>
                          <a:latin typeface="Corbel"/>
                        </a:rPr>
                        <a:t>Data</a:t>
                      </a:r>
                      <a:endParaRPr b="0" lang="en-IN" sz="18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solidFill>
                  </a:tcPr>
                </a:tc>
                <a:tc>
                  <a:txBody>
                    <a:bodyPr anchor="t">
                      <a:noAutofit/>
                    </a:bodyPr>
                    <a:p>
                      <a:pPr algn="ctr" defTabSz="914400">
                        <a:lnSpc>
                          <a:spcPct val="100000"/>
                        </a:lnSpc>
                      </a:pPr>
                      <a:r>
                        <a:rPr b="1" lang="en-IN" sz="1800" spc="-1" strike="noStrike">
                          <a:solidFill>
                            <a:schemeClr val="dk1"/>
                          </a:solidFill>
                          <a:latin typeface="Corbel"/>
                        </a:rPr>
                        <a:t>Next</a:t>
                      </a:r>
                      <a:endParaRPr b="0" lang="en-IN" sz="1800" spc="-1" strike="noStrike">
                        <a:solidFill>
                          <a:srgbClr val="ffffff"/>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6"/>
                    </a:solidFill>
                  </a:tcPr>
                </a:tc>
              </a:tr>
            </a:tbl>
          </a:graphicData>
        </a:graphic>
      </p:graphicFrame>
      <p:cxnSp>
        <p:nvCxnSpPr>
          <p:cNvPr id="188" name="Straight Arrow Connector 12"/>
          <p:cNvCxnSpPr/>
          <p:nvPr/>
        </p:nvCxnSpPr>
        <p:spPr>
          <a:xfrm>
            <a:off x="2442600" y="3493800"/>
            <a:ext cx="451080" cy="360"/>
          </a:xfrm>
          <a:prstGeom prst="straightConnector1">
            <a:avLst/>
          </a:prstGeom>
          <a:ln w="38100">
            <a:solidFill>
              <a:srgbClr val="aacd5b"/>
            </a:solidFill>
            <a:tailEnd len="med" type="triangle" w="med"/>
          </a:ln>
        </p:spPr>
      </p:cxnSp>
      <p:cxnSp>
        <p:nvCxnSpPr>
          <p:cNvPr id="189" name="Straight Arrow Connector 13"/>
          <p:cNvCxnSpPr/>
          <p:nvPr/>
        </p:nvCxnSpPr>
        <p:spPr>
          <a:xfrm>
            <a:off x="4573080" y="3509640"/>
            <a:ext cx="450720" cy="360"/>
          </a:xfrm>
          <a:prstGeom prst="straightConnector1">
            <a:avLst/>
          </a:prstGeom>
          <a:ln w="38100">
            <a:solidFill>
              <a:srgbClr val="aacd5b"/>
            </a:solidFill>
            <a:tailEnd len="med" type="triangle" w="med"/>
          </a:ln>
        </p:spPr>
      </p:cxnSp>
      <p:cxnSp>
        <p:nvCxnSpPr>
          <p:cNvPr id="190" name="Straight Arrow Connector 14"/>
          <p:cNvCxnSpPr/>
          <p:nvPr/>
        </p:nvCxnSpPr>
        <p:spPr>
          <a:xfrm>
            <a:off x="6703200" y="3495960"/>
            <a:ext cx="450720" cy="360"/>
          </a:xfrm>
          <a:prstGeom prst="straightConnector1">
            <a:avLst/>
          </a:prstGeom>
          <a:ln w="38100">
            <a:solidFill>
              <a:srgbClr val="aacd5b"/>
            </a:solidFill>
            <a:tailEnd len="med" type="triangle" w="med"/>
          </a:ln>
        </p:spPr>
      </p:cxnSp>
      <p:cxnSp>
        <p:nvCxnSpPr>
          <p:cNvPr id="191" name="Straight Arrow Connector 15"/>
          <p:cNvCxnSpPr/>
          <p:nvPr/>
        </p:nvCxnSpPr>
        <p:spPr>
          <a:xfrm>
            <a:off x="8819640" y="3511800"/>
            <a:ext cx="450720" cy="360"/>
          </a:xfrm>
          <a:prstGeom prst="straightConnector1">
            <a:avLst/>
          </a:prstGeom>
          <a:ln w="38100">
            <a:solidFill>
              <a:srgbClr val="aacd5b"/>
            </a:solidFill>
            <a:tailEnd len="med" type="triangle" w="med"/>
          </a:ln>
        </p:spPr>
      </p:cxnSp>
      <p:sp>
        <p:nvSpPr>
          <p:cNvPr id="192" name="Rectangle 16"/>
          <p:cNvSpPr/>
          <p:nvPr/>
        </p:nvSpPr>
        <p:spPr>
          <a:xfrm>
            <a:off x="209160" y="2865960"/>
            <a:ext cx="786600" cy="251640"/>
          </a:xfrm>
          <a:prstGeom prst="rect">
            <a:avLst/>
          </a:prstGeom>
          <a:solidFill>
            <a:srgbClr val="73cbb2"/>
          </a:solidFill>
          <a:ln>
            <a:solidFill>
              <a:srgbClr val="559683"/>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IN" sz="1800" spc="-1" strike="noStrike">
                <a:solidFill>
                  <a:schemeClr val="accent6"/>
                </a:solidFill>
                <a:latin typeface="Corbel"/>
              </a:rPr>
              <a:t>Head</a:t>
            </a:r>
            <a:endParaRPr b="0" lang="en-IN" sz="1800" spc="-1" strike="noStrike">
              <a:solidFill>
                <a:srgbClr val="000000"/>
              </a:solidFill>
              <a:latin typeface="Arial"/>
            </a:endParaRPr>
          </a:p>
        </p:txBody>
      </p:sp>
      <p:cxnSp>
        <p:nvCxnSpPr>
          <p:cNvPr id="193" name="Connector: Elbow 18"/>
          <p:cNvCxnSpPr>
            <a:stCxn id="192" idx="2"/>
            <a:endCxn id="183" idx="1"/>
          </p:cNvCxnSpPr>
          <p:nvPr/>
        </p:nvCxnSpPr>
        <p:spPr>
          <a:xfrm flipH="1" rot="16200000">
            <a:off x="493560" y="3225960"/>
            <a:ext cx="357120" cy="139680"/>
          </a:xfrm>
          <a:prstGeom prst="bentConnector2">
            <a:avLst/>
          </a:prstGeom>
          <a:ln>
            <a:solidFill>
              <a:srgbClr val="73cbb2"/>
            </a:solidFill>
            <a:tailEnd len="med" type="triangle" w="med"/>
          </a:ln>
        </p:spPr>
      </p:cxnSp>
      <p:sp>
        <p:nvSpPr>
          <p:cNvPr id="194" name="Rectangle: Top Corners One Rounded and One Snipped 6"/>
          <p:cNvSpPr/>
          <p:nvPr/>
        </p:nvSpPr>
        <p:spPr>
          <a:xfrm>
            <a:off x="7167240" y="4068360"/>
            <a:ext cx="4533840" cy="1828440"/>
          </a:xfrm>
          <a:prstGeom prst="snipRoundRect">
            <a:avLst>
              <a:gd name="adj1" fmla="val 16667"/>
              <a:gd name="adj2" fmla="val 16667"/>
            </a:avLst>
          </a:prstGeom>
          <a:solidFill>
            <a:srgbClr val="aacd5b"/>
          </a:solidFill>
          <a:ln>
            <a:solidFill>
              <a:srgbClr val="7d9743"/>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defTabSz="457200">
              <a:lnSpc>
                <a:spcPct val="100000"/>
              </a:lnSpc>
            </a:pPr>
            <a:r>
              <a:rPr b="1" lang="en-IN" sz="1800" spc="-1" strike="noStrike">
                <a:solidFill>
                  <a:srgbClr val="002060"/>
                </a:solidFill>
                <a:latin typeface="urw-din"/>
              </a:rPr>
              <a:t>Struct declaration for generic linked list:</a:t>
            </a:r>
            <a:endParaRPr b="0" lang="en-IN" sz="1800" spc="-1" strike="noStrike">
              <a:solidFill>
                <a:srgbClr val="000000"/>
              </a:solidFill>
              <a:latin typeface="Arial"/>
            </a:endParaRPr>
          </a:p>
          <a:p>
            <a:pPr defTabSz="457200">
              <a:lnSpc>
                <a:spcPct val="100000"/>
              </a:lnSpc>
            </a:pPr>
            <a:r>
              <a:rPr b="0" lang="en-IN" sz="1800" spc="-1" strike="noStrike">
                <a:solidFill>
                  <a:srgbClr val="002060"/>
                </a:solidFill>
                <a:latin typeface="Corbel"/>
              </a:rPr>
              <a:t>struct list</a:t>
            </a:r>
            <a:endParaRPr b="0" lang="en-IN" sz="1800" spc="-1" strike="noStrike">
              <a:solidFill>
                <a:srgbClr val="000000"/>
              </a:solidFill>
              <a:latin typeface="Arial"/>
            </a:endParaRPr>
          </a:p>
          <a:p>
            <a:pPr defTabSz="457200">
              <a:lnSpc>
                <a:spcPct val="100000"/>
              </a:lnSpc>
            </a:pPr>
            <a:r>
              <a:rPr b="0" lang="en-IN" sz="1800" spc="-1" strike="noStrike">
                <a:solidFill>
                  <a:srgbClr val="002060"/>
                </a:solidFill>
                <a:latin typeface="Corbel"/>
              </a:rPr>
              <a:t>{</a:t>
            </a:r>
            <a:endParaRPr b="0" lang="en-IN" sz="1800" spc="-1" strike="noStrike">
              <a:solidFill>
                <a:srgbClr val="000000"/>
              </a:solidFill>
              <a:latin typeface="Arial"/>
            </a:endParaRPr>
          </a:p>
          <a:p>
            <a:pPr defTabSz="457200">
              <a:lnSpc>
                <a:spcPct val="100000"/>
              </a:lnSpc>
            </a:pPr>
            <a:r>
              <a:rPr b="0" lang="en-IN" sz="1800" spc="-1" strike="noStrike">
                <a:solidFill>
                  <a:srgbClr val="002060"/>
                </a:solidFill>
                <a:latin typeface="Corbel"/>
              </a:rPr>
              <a:t>	</a:t>
            </a:r>
            <a:r>
              <a:rPr b="0" lang="en-IN" sz="1800" spc="-1" strike="noStrike">
                <a:solidFill>
                  <a:srgbClr val="002060"/>
                </a:solidFill>
                <a:latin typeface="Corbel"/>
              </a:rPr>
              <a:t>void *data;</a:t>
            </a:r>
            <a:endParaRPr b="0" lang="en-IN" sz="1800" spc="-1" strike="noStrike">
              <a:solidFill>
                <a:srgbClr val="000000"/>
              </a:solidFill>
              <a:latin typeface="Arial"/>
            </a:endParaRPr>
          </a:p>
          <a:p>
            <a:pPr defTabSz="457200">
              <a:lnSpc>
                <a:spcPct val="100000"/>
              </a:lnSpc>
            </a:pPr>
            <a:r>
              <a:rPr b="0" lang="en-IN" sz="1800" spc="-1" strike="noStrike">
                <a:solidFill>
                  <a:srgbClr val="002060"/>
                </a:solidFill>
                <a:latin typeface="Corbel"/>
              </a:rPr>
              <a:t>	</a:t>
            </a:r>
            <a:r>
              <a:rPr b="0" lang="en-IN" sz="1800" spc="-1" strike="noStrike">
                <a:solidFill>
                  <a:srgbClr val="002060"/>
                </a:solidFill>
                <a:latin typeface="Corbel"/>
              </a:rPr>
              <a:t>struct list  *next;</a:t>
            </a:r>
            <a:endParaRPr b="0" lang="en-IN" sz="1800" spc="-1" strike="noStrike">
              <a:solidFill>
                <a:srgbClr val="000000"/>
              </a:solidFill>
              <a:latin typeface="Arial"/>
            </a:endParaRPr>
          </a:p>
          <a:p>
            <a:pPr defTabSz="457200">
              <a:lnSpc>
                <a:spcPct val="100000"/>
              </a:lnSpc>
            </a:pPr>
            <a:r>
              <a:rPr b="0" lang="en-IN" sz="1800" spc="-1" strike="noStrike">
                <a:solidFill>
                  <a:srgbClr val="002060"/>
                </a:solidFill>
                <a:latin typeface="Corbel"/>
              </a:rPr>
              <a:t>}</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TextBox 1"/>
          <p:cNvSpPr/>
          <p:nvPr/>
        </p:nvSpPr>
        <p:spPr>
          <a:xfrm>
            <a:off x="463680" y="355320"/>
            <a:ext cx="11409840" cy="6248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IN" sz="3200" spc="-1" strike="noStrike" u="sng">
                <a:solidFill>
                  <a:srgbClr val="ffc000"/>
                </a:solidFill>
                <a:uFillTx/>
                <a:latin typeface="Corbel"/>
              </a:rPr>
              <a:t>Questions on the linked list, stacks and queues:</a:t>
            </a:r>
            <a:endParaRPr b="0" lang="en-IN" sz="32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Reverse the single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Reverse the double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How do you reverse a linked list without using any C pointers?</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Given only a pointer to a node to be deleted in a singly linked list, how do you delete it?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How would you detect a loop in a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How do you find the middle of a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Write a C program to return the n</a:t>
            </a:r>
            <a:r>
              <a:rPr b="0" lang="en-IN" sz="2000" spc="-1" strike="noStrike" baseline="30000">
                <a:solidFill>
                  <a:schemeClr val="dk1"/>
                </a:solidFill>
                <a:latin typeface="Corbel"/>
              </a:rPr>
              <a:t>th</a:t>
            </a:r>
            <a:r>
              <a:rPr b="0" lang="en-IN" sz="2000" spc="-1" strike="noStrike">
                <a:solidFill>
                  <a:schemeClr val="dk1"/>
                </a:solidFill>
                <a:latin typeface="Corbel"/>
              </a:rPr>
              <a:t> node from the end of a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Implement stack using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Implement queue using linked list</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 </a:t>
            </a:r>
            <a:r>
              <a:rPr b="0" lang="en-IN" sz="2000" spc="-1" strike="noStrike">
                <a:solidFill>
                  <a:schemeClr val="dk1"/>
                </a:solidFill>
                <a:latin typeface="Corbel"/>
              </a:rPr>
              <a:t>Implement queue using stack</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Find the common node between the 2 lists. </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 </a:t>
            </a:r>
            <a:r>
              <a:rPr b="0" lang="en-IN" sz="2000" spc="-1" strike="noStrike">
                <a:solidFill>
                  <a:schemeClr val="dk1"/>
                </a:solidFill>
                <a:latin typeface="Corbel"/>
              </a:rPr>
              <a:t>Implement Queue by using Stack.</a:t>
            </a:r>
            <a:endParaRPr b="0" lang="en-IN" sz="2000" spc="-1" strike="noStrike">
              <a:solidFill>
                <a:srgbClr val="ffffff"/>
              </a:solidFill>
              <a:latin typeface="Arial"/>
            </a:endParaRPr>
          </a:p>
          <a:p>
            <a:pPr marL="343080" indent="-343080" defTabSz="457200">
              <a:lnSpc>
                <a:spcPct val="100000"/>
              </a:lnSpc>
              <a:buClr>
                <a:srgbClr val="ffffff"/>
              </a:buClr>
              <a:buFont typeface="Corbel"/>
              <a:buAutoNum type="arabicPeriod"/>
            </a:pPr>
            <a:r>
              <a:rPr b="0" lang="en-IN" sz="2000" spc="-1" strike="noStrike">
                <a:solidFill>
                  <a:schemeClr val="dk1"/>
                </a:solidFill>
                <a:latin typeface="Corbel"/>
              </a:rPr>
              <a:t>Addition of numbers from 2 lists and strore the results in new list.</a:t>
            </a:r>
            <a:endParaRPr b="0" lang="en-IN" sz="2000" spc="-1" strike="noStrike">
              <a:solidFill>
                <a:srgbClr val="ffffff"/>
              </a:solidFill>
              <a:latin typeface="Arial"/>
            </a:endParaRPr>
          </a:p>
          <a:p>
            <a:pPr defTabSz="457200">
              <a:lnSpc>
                <a:spcPct val="100000"/>
              </a:lnSpc>
            </a:pPr>
            <a:endParaRPr b="0" lang="en-IN" sz="2000" spc="-1" strike="noStrike">
              <a:solidFill>
                <a:srgbClr val="ffffff"/>
              </a:solidFill>
              <a:latin typeface="Arial"/>
            </a:endParaRPr>
          </a:p>
          <a:p>
            <a:pPr defTabSz="457200">
              <a:lnSpc>
                <a:spcPct val="100000"/>
              </a:lnSpc>
            </a:pPr>
            <a:r>
              <a:rPr b="1" lang="en-IN" sz="3200" spc="-1" strike="noStrike" u="sng">
                <a:solidFill>
                  <a:srgbClr val="ffc000"/>
                </a:solidFill>
                <a:uFillTx/>
                <a:latin typeface="Corbel"/>
              </a:rPr>
              <a:t>File Operations:</a:t>
            </a:r>
            <a:endParaRPr b="0" lang="en-IN" sz="3200" spc="-1" strike="noStrike">
              <a:solidFill>
                <a:srgbClr val="ffffff"/>
              </a:solidFill>
              <a:latin typeface="Arial"/>
            </a:endParaRPr>
          </a:p>
          <a:p>
            <a:pPr marL="457200" indent="-457200" defTabSz="457200">
              <a:lnSpc>
                <a:spcPct val="100000"/>
              </a:lnSpc>
              <a:buClr>
                <a:srgbClr val="ffffff"/>
              </a:buClr>
              <a:buFont typeface="Corbel"/>
              <a:buAutoNum type="arabicPeriod"/>
            </a:pPr>
            <a:r>
              <a:rPr b="0" lang="en-IN" sz="2000" spc="-1" strike="noStrike">
                <a:solidFill>
                  <a:schemeClr val="dk1"/>
                </a:solidFill>
                <a:latin typeface="Corbel"/>
              </a:rPr>
              <a:t>Creating a file, reading, writing a file</a:t>
            </a:r>
            <a:endParaRPr b="0" lang="en-IN" sz="2000" spc="-1" strike="noStrike">
              <a:solidFill>
                <a:srgbClr val="ffffff"/>
              </a:solidFill>
              <a:latin typeface="Arial"/>
            </a:endParaRPr>
          </a:p>
          <a:p>
            <a:pPr marL="457200" indent="-457200" defTabSz="457200">
              <a:lnSpc>
                <a:spcPct val="100000"/>
              </a:lnSpc>
              <a:buClr>
                <a:srgbClr val="ffffff"/>
              </a:buClr>
              <a:buFont typeface="Corbel"/>
              <a:buAutoNum type="arabicPeriod"/>
            </a:pPr>
            <a:r>
              <a:rPr b="0" lang="en-IN" sz="2000" spc="-1" strike="noStrike">
                <a:solidFill>
                  <a:schemeClr val="dk1"/>
                </a:solidFill>
                <a:latin typeface="Corbel"/>
              </a:rPr>
              <a:t>Reading files from directory recursively and searching a particular string in it</a:t>
            </a:r>
            <a:endParaRPr b="0" lang="en-IN" sz="2000" spc="-1" strike="noStrike">
              <a:solidFill>
                <a:srgbClr val="ffffff"/>
              </a:solidFill>
              <a:latin typeface="Arial"/>
            </a:endParaRPr>
          </a:p>
          <a:p>
            <a:pPr marL="457200" indent="-457200" defTabSz="457200">
              <a:lnSpc>
                <a:spcPct val="100000"/>
              </a:lnSpc>
              <a:buClr>
                <a:srgbClr val="ffffff"/>
              </a:buClr>
              <a:buFont typeface="Corbel"/>
              <a:buAutoNum type="arabicPeriod"/>
            </a:pPr>
            <a:r>
              <a:rPr b="0" lang="en-IN" sz="2000" spc="-1" strike="noStrike">
                <a:solidFill>
                  <a:schemeClr val="dk1"/>
                </a:solidFill>
                <a:latin typeface="Corbel"/>
              </a:rPr>
              <a:t>Print the count of that string present in each file and total count in the directory.</a:t>
            </a:r>
            <a:endParaRPr b="0" lang="en-IN"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0" y="14040"/>
            <a:ext cx="12108600" cy="1325160"/>
          </a:xfrm>
          <a:prstGeom prst="rect">
            <a:avLst/>
          </a:prstGeom>
          <a:noFill/>
          <a:ln w="0">
            <a:noFill/>
          </a:ln>
        </p:spPr>
        <p:txBody>
          <a:bodyPr lIns="91440" rIns="91440" tIns="45720" bIns="45720" anchor="ctr">
            <a:normAutofit/>
          </a:bodyPr>
          <a:p>
            <a:pPr indent="0" algn="ctr" defTabSz="914400">
              <a:lnSpc>
                <a:spcPct val="90000"/>
              </a:lnSpc>
              <a:buNone/>
            </a:pPr>
            <a:r>
              <a:rPr b="1" lang="en-IN" sz="4800" spc="-1" strike="noStrike">
                <a:solidFill>
                  <a:srgbClr val="ffffff"/>
                </a:solidFill>
                <a:latin typeface="Corbel"/>
              </a:rPr>
              <a:t>Libraries</a:t>
            </a:r>
            <a:endParaRPr b="0" lang="en-US" sz="4800" spc="-1" strike="noStrike">
              <a:solidFill>
                <a:schemeClr val="dk1"/>
              </a:solidFill>
              <a:latin typeface="Corbel"/>
            </a:endParaRPr>
          </a:p>
        </p:txBody>
      </p:sp>
      <p:sp>
        <p:nvSpPr>
          <p:cNvPr id="197" name="PlaceHolder 2"/>
          <p:cNvSpPr>
            <a:spLocks noGrp="1"/>
          </p:cNvSpPr>
          <p:nvPr>
            <p:ph/>
          </p:nvPr>
        </p:nvSpPr>
        <p:spPr>
          <a:xfrm>
            <a:off x="397080" y="1363680"/>
            <a:ext cx="6003360" cy="5036760"/>
          </a:xfrm>
          <a:prstGeom prst="rect">
            <a:avLst/>
          </a:prstGeom>
          <a:noFill/>
          <a:ln w="0">
            <a:noFill/>
          </a:ln>
        </p:spPr>
        <p:txBody>
          <a:bodyPr lIns="91440" rIns="91440" tIns="45720" bIns="45720" anchor="t">
            <a:normAutofit fontScale="93550"/>
          </a:bodyPr>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A </a:t>
            </a:r>
            <a:r>
              <a:rPr b="0" lang="en-US" sz="2800" spc="-1" strike="noStrike">
                <a:solidFill>
                  <a:srgbClr val="ffc000"/>
                </a:solidFill>
                <a:latin typeface="Corbel"/>
              </a:rPr>
              <a:t>library</a:t>
            </a:r>
            <a:r>
              <a:rPr b="0" lang="en-US" sz="2800" spc="-1" strike="noStrike">
                <a:solidFill>
                  <a:srgbClr val="ffffff"/>
                </a:solidFill>
                <a:latin typeface="Corbel"/>
              </a:rPr>
              <a:t> in C is a collection of object files exposed for use and build other programs, so instead of re-write sections of code we bring back information that is already existing through a library.</a:t>
            </a:r>
            <a:endParaRPr b="0" lang="en-US" sz="2800" spc="-1" strike="noStrike">
              <a:solidFill>
                <a:schemeClr val="dk1">
                  <a:lumMod val="93000"/>
                </a:schemeClr>
              </a:solidFill>
              <a:latin typeface="Corbel"/>
            </a:endParaRPr>
          </a:p>
          <a:p>
            <a:pPr marL="228600" indent="-228600" defTabSz="914400">
              <a:lnSpc>
                <a:spcPct val="90000"/>
              </a:lnSpc>
              <a:spcBef>
                <a:spcPts val="1001"/>
              </a:spcBef>
              <a:buClr>
                <a:srgbClr val="ededed"/>
              </a:buClr>
              <a:buFont typeface="Arial"/>
              <a:buChar char="•"/>
            </a:pPr>
            <a:r>
              <a:rPr b="0" lang="en-US" sz="2800" spc="-1" strike="noStrike">
                <a:solidFill>
                  <a:srgbClr val="ffffff"/>
                </a:solidFill>
                <a:latin typeface="Corbel"/>
              </a:rPr>
              <a:t>There are 2 different kinds of libraries:</a:t>
            </a:r>
            <a:endParaRPr b="0" lang="en-US" sz="2800" spc="-1" strike="noStrike">
              <a:solidFill>
                <a:schemeClr val="dk1">
                  <a:lumMod val="93000"/>
                </a:schemeClr>
              </a:solidFill>
              <a:latin typeface="Corbel"/>
            </a:endParaRPr>
          </a:p>
          <a:p>
            <a:pPr lvl="1" marL="685800" indent="-228600" defTabSz="914400">
              <a:lnSpc>
                <a:spcPct val="90000"/>
              </a:lnSpc>
              <a:spcBef>
                <a:spcPts val="499"/>
              </a:spcBef>
              <a:buClr>
                <a:srgbClr val="ffc000"/>
              </a:buClr>
              <a:buFont typeface="Arial"/>
              <a:buChar char="•"/>
            </a:pPr>
            <a:r>
              <a:rPr b="0" lang="en-US" sz="2400" spc="-1" strike="noStrike">
                <a:solidFill>
                  <a:srgbClr val="ffc000"/>
                </a:solidFill>
                <a:latin typeface="Corbel"/>
              </a:rPr>
              <a:t>Static libraries</a:t>
            </a:r>
            <a:r>
              <a:rPr b="0" lang="en-US" sz="2400" spc="-1" strike="noStrike">
                <a:solidFill>
                  <a:srgbClr val="ffffff"/>
                </a:solidFill>
                <a:latin typeface="Corbel"/>
              </a:rPr>
              <a:t> that allows us to link to the program during compilation</a:t>
            </a:r>
            <a:endParaRPr b="0" lang="en-US" sz="2400" spc="-1" strike="noStrike">
              <a:solidFill>
                <a:schemeClr val="dk1">
                  <a:lumMod val="93000"/>
                </a:schemeClr>
              </a:solidFill>
              <a:latin typeface="Corbel"/>
            </a:endParaRPr>
          </a:p>
          <a:p>
            <a:pPr lvl="1" marL="685800" indent="-228600" defTabSz="914400">
              <a:lnSpc>
                <a:spcPct val="90000"/>
              </a:lnSpc>
              <a:spcBef>
                <a:spcPts val="499"/>
              </a:spcBef>
              <a:buClr>
                <a:srgbClr val="ffc000"/>
              </a:buClr>
              <a:buFont typeface="Arial"/>
              <a:buChar char="•"/>
            </a:pPr>
            <a:r>
              <a:rPr b="0" lang="en-US" sz="2400" spc="-1" strike="noStrike">
                <a:solidFill>
                  <a:srgbClr val="ffc000"/>
                </a:solidFill>
                <a:latin typeface="Corbel"/>
              </a:rPr>
              <a:t>Dynamic or shared</a:t>
            </a:r>
            <a:r>
              <a:rPr b="0" lang="en-US" sz="2400" spc="-1" strike="noStrike">
                <a:solidFill>
                  <a:srgbClr val="ffffff"/>
                </a:solidFill>
                <a:latin typeface="Corbel"/>
              </a:rPr>
              <a:t> </a:t>
            </a:r>
            <a:r>
              <a:rPr b="0" lang="en-US" sz="2400" spc="-1" strike="noStrike">
                <a:solidFill>
                  <a:srgbClr val="ffc000"/>
                </a:solidFill>
                <a:latin typeface="Corbel"/>
              </a:rPr>
              <a:t>libraries</a:t>
            </a:r>
            <a:r>
              <a:rPr b="0" lang="en-US" sz="2400" spc="-1" strike="noStrike">
                <a:solidFill>
                  <a:srgbClr val="ffffff"/>
                </a:solidFill>
                <a:latin typeface="Corbel"/>
              </a:rPr>
              <a:t> those are preferable use when you run a lot of programs at the same time who are using the same library.</a:t>
            </a:r>
            <a:endParaRPr b="0" lang="en-US" sz="2400" spc="-1" strike="noStrike">
              <a:solidFill>
                <a:schemeClr val="dk1">
                  <a:lumMod val="93000"/>
                </a:schemeClr>
              </a:solidFill>
              <a:latin typeface="Corbel"/>
            </a:endParaRPr>
          </a:p>
        </p:txBody>
      </p:sp>
      <p:pic>
        <p:nvPicPr>
          <p:cNvPr id="198" name="Picture 6" descr="No hay texto alternativo para esta imagen"/>
          <p:cNvPicPr/>
          <p:nvPr/>
        </p:nvPicPr>
        <p:blipFill>
          <a:blip r:embed="rId1"/>
          <a:stretch/>
        </p:blipFill>
        <p:spPr>
          <a:xfrm>
            <a:off x="6574680" y="1339560"/>
            <a:ext cx="5533560" cy="506088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838080" y="33840"/>
            <a:ext cx="10515240" cy="708120"/>
          </a:xfrm>
          <a:prstGeom prst="rect">
            <a:avLst/>
          </a:prstGeom>
          <a:noFill/>
          <a:ln w="0">
            <a:noFill/>
          </a:ln>
        </p:spPr>
        <p:txBody>
          <a:bodyPr lIns="91440" rIns="91440" tIns="45720" bIns="45720" anchor="ctr">
            <a:normAutofit/>
          </a:bodyPr>
          <a:p>
            <a:pPr indent="0" defTabSz="914400">
              <a:lnSpc>
                <a:spcPct val="90000"/>
              </a:lnSpc>
              <a:buNone/>
            </a:pPr>
            <a:r>
              <a:rPr b="1" lang="en-US" sz="3600" spc="-1" strike="noStrike">
                <a:solidFill>
                  <a:srgbClr val="ffffff"/>
                </a:solidFill>
                <a:latin typeface="Corbel"/>
              </a:rPr>
              <a:t>How to create static library?</a:t>
            </a:r>
            <a:endParaRPr b="0" lang="en-US" sz="3600" spc="-1" strike="noStrike">
              <a:solidFill>
                <a:schemeClr val="dk1"/>
              </a:solidFill>
              <a:latin typeface="Corbel"/>
            </a:endParaRPr>
          </a:p>
        </p:txBody>
      </p:sp>
      <p:sp>
        <p:nvSpPr>
          <p:cNvPr id="200" name="PlaceHolder 2"/>
          <p:cNvSpPr>
            <a:spLocks noGrp="1"/>
          </p:cNvSpPr>
          <p:nvPr>
            <p:ph/>
          </p:nvPr>
        </p:nvSpPr>
        <p:spPr>
          <a:xfrm>
            <a:off x="812880" y="875520"/>
            <a:ext cx="11129400" cy="5672520"/>
          </a:xfrm>
          <a:prstGeom prst="rect">
            <a:avLst/>
          </a:prstGeom>
          <a:noFill/>
          <a:ln w="0">
            <a:noFill/>
          </a:ln>
        </p:spPr>
        <p:txBody>
          <a:bodyPr lIns="91440" rIns="91440" tIns="45720" bIns="45720" anchor="t">
            <a:normAutofit fontScale="84623"/>
          </a:bodyPr>
          <a:p>
            <a:pPr indent="0" defTabSz="914400">
              <a:lnSpc>
                <a:spcPct val="90000"/>
              </a:lnSpc>
              <a:spcBef>
                <a:spcPts val="1001"/>
              </a:spcBef>
              <a:buNone/>
              <a:tabLst>
                <a:tab algn="l" pos="0"/>
              </a:tabLst>
            </a:pPr>
            <a:r>
              <a:rPr b="0" lang="en-IN" sz="2400" spc="-1" strike="noStrike">
                <a:solidFill>
                  <a:srgbClr val="ffc000"/>
                </a:solidFill>
                <a:latin typeface="Corbel"/>
              </a:rPr>
              <a:t>$gcc    –c    file1.c    file2.c</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400" spc="-1" strike="noStrike">
                <a:solidFill>
                  <a:srgbClr val="ffffff"/>
                </a:solidFill>
                <a:latin typeface="Corbel"/>
              </a:rPr>
              <a:t>The flag '-c' we use it to stop the compilation process till compilation and assembly stage but not done the linker phase so in this case we created a new file call 'file1.o‘ and  'file2.o‘.</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IN" sz="2400" spc="-1" strike="noStrike">
                <a:solidFill>
                  <a:srgbClr val="ffc000"/>
                </a:solidFill>
                <a:latin typeface="Corbel"/>
              </a:rPr>
              <a:t>$</a:t>
            </a:r>
            <a:r>
              <a:rPr b="0" lang="en-US" sz="2400" spc="-1" strike="noStrike">
                <a:solidFill>
                  <a:srgbClr val="ffc000"/>
                </a:solidFill>
                <a:latin typeface="Corbel"/>
              </a:rPr>
              <a:t>ar   rc   lib_file.a    file1.o     file2.o</a:t>
            </a:r>
            <a:endParaRPr b="0" lang="en-US" sz="2400" spc="-1" strike="noStrike">
              <a:solidFill>
                <a:schemeClr val="dk1">
                  <a:lumMod val="93000"/>
                </a:schemeClr>
              </a:solidFill>
              <a:latin typeface="Corbel"/>
            </a:endParaRPr>
          </a:p>
          <a:p>
            <a:pPr marL="228600" indent="-228600" defTabSz="914400">
              <a:lnSpc>
                <a:spcPct val="90000"/>
              </a:lnSpc>
              <a:spcBef>
                <a:spcPts val="1001"/>
              </a:spcBef>
              <a:buClr>
                <a:srgbClr val="ededed"/>
              </a:buClr>
              <a:buFont typeface="Arial"/>
              <a:buChar char="•"/>
              <a:tabLst>
                <a:tab algn="l" pos="0"/>
              </a:tabLst>
            </a:pPr>
            <a:r>
              <a:rPr b="0" lang="en-US" sz="2400" spc="-1" strike="noStrike">
                <a:solidFill>
                  <a:srgbClr val="ffffff"/>
                </a:solidFill>
                <a:latin typeface="Corbel"/>
              </a:rPr>
              <a:t>It is recommended to use rc flag because 'c' allow to create the libraries if it doesn’t already exist and 'r' to replace the older object for the new ones.</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400" spc="-1" strike="noStrike">
                <a:solidFill>
                  <a:srgbClr val="ffc000"/>
                </a:solidFill>
                <a:latin typeface="Corbel"/>
              </a:rPr>
              <a:t>$gcc   test.c    –L.     -l_file   -o     test</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400" spc="-1" strike="noStrike">
                <a:solidFill>
                  <a:srgbClr val="ffc000"/>
                </a:solidFill>
                <a:latin typeface="Corbel"/>
              </a:rPr>
              <a:t>$gcc   test.c    –L/mnt/d/Code_WS/static_libs    -l_file   -o     test</a:t>
            </a:r>
            <a:endParaRPr b="0" lang="en-US" sz="2400" spc="-1" strike="noStrike">
              <a:solidFill>
                <a:schemeClr val="dk1">
                  <a:lumMod val="93000"/>
                </a:schemeClr>
              </a:solidFill>
              <a:latin typeface="Corbel"/>
            </a:endParaRPr>
          </a:p>
          <a:p>
            <a:pPr marL="228600" indent="-228600" defTabSz="914400">
              <a:lnSpc>
                <a:spcPct val="90000"/>
              </a:lnSpc>
              <a:spcBef>
                <a:spcPts val="1001"/>
              </a:spcBef>
              <a:buClr>
                <a:srgbClr val="ededed"/>
              </a:buClr>
              <a:buFont typeface="Arial"/>
              <a:buChar char="•"/>
              <a:tabLst>
                <a:tab algn="l" pos="0"/>
              </a:tabLst>
            </a:pPr>
            <a:r>
              <a:rPr b="0" lang="en-US" sz="2400" spc="-1" strike="noStrike">
                <a:solidFill>
                  <a:srgbClr val="ffffff"/>
                </a:solidFill>
                <a:latin typeface="Corbel"/>
              </a:rPr>
              <a:t>With this code we compile the c program and creating and execute name newfile, the meaning, gcc: Compile the file.c, -L: Search the direction of the file ‘.’ mean current directory, -l: To use the library, -o: To create and executable name newfile.</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200" spc="-1" strike="noStrike">
              <a:solidFill>
                <a:schemeClr val="dk1">
                  <a:lumMod val="93000"/>
                </a:schemeClr>
              </a:solidFill>
              <a:latin typeface="Corbel"/>
            </a:endParaRPr>
          </a:p>
          <a:p>
            <a:pPr marL="228600" indent="-228600" defTabSz="914400">
              <a:lnSpc>
                <a:spcPct val="90000"/>
              </a:lnSpc>
              <a:spcBef>
                <a:spcPts val="1001"/>
              </a:spcBef>
              <a:buClr>
                <a:srgbClr val="ffc000"/>
              </a:buClr>
              <a:buFont typeface="Arial"/>
              <a:buChar char="•"/>
              <a:tabLst>
                <a:tab algn="l" pos="0"/>
              </a:tabLst>
            </a:pPr>
            <a:r>
              <a:rPr b="0" lang="en-US" sz="2400" spc="-1" strike="noStrike">
                <a:solidFill>
                  <a:srgbClr val="ffc000"/>
                </a:solidFill>
                <a:latin typeface="Corbel"/>
              </a:rPr>
              <a:t>$./test</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400" spc="-1" strike="noStrike">
              <a:solidFill>
                <a:schemeClr val="dk1">
                  <a:lumMod val="93000"/>
                </a:schemeClr>
              </a:solidFill>
              <a:latin typeface="Corbe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838080" y="124920"/>
            <a:ext cx="10515240" cy="890640"/>
          </a:xfrm>
          <a:prstGeom prst="rect">
            <a:avLst/>
          </a:prstGeom>
          <a:noFill/>
          <a:ln w="0">
            <a:noFill/>
          </a:ln>
        </p:spPr>
        <p:txBody>
          <a:bodyPr lIns="91440" rIns="91440" tIns="45720" bIns="45720" anchor="ctr">
            <a:normAutofit/>
          </a:bodyPr>
          <a:p>
            <a:pPr indent="0" defTabSz="914400">
              <a:lnSpc>
                <a:spcPct val="90000"/>
              </a:lnSpc>
              <a:buNone/>
            </a:pPr>
            <a:r>
              <a:rPr b="1" lang="en-US" sz="4000" spc="-1" strike="noStrike">
                <a:solidFill>
                  <a:srgbClr val="ffffff"/>
                </a:solidFill>
                <a:latin typeface="Corbel"/>
              </a:rPr>
              <a:t>Dynamic library?</a:t>
            </a:r>
            <a:endParaRPr b="0" lang="en-US" sz="4000" spc="-1" strike="noStrike">
              <a:solidFill>
                <a:schemeClr val="dk1"/>
              </a:solidFill>
              <a:latin typeface="Corbel"/>
            </a:endParaRPr>
          </a:p>
        </p:txBody>
      </p:sp>
      <p:sp>
        <p:nvSpPr>
          <p:cNvPr id="202" name="PlaceHolder 2"/>
          <p:cNvSpPr>
            <a:spLocks noGrp="1"/>
          </p:cNvSpPr>
          <p:nvPr>
            <p:ph/>
          </p:nvPr>
        </p:nvSpPr>
        <p:spPr>
          <a:xfrm>
            <a:off x="838080" y="914400"/>
            <a:ext cx="10910160" cy="5855400"/>
          </a:xfrm>
          <a:prstGeom prst="rect">
            <a:avLst/>
          </a:prstGeom>
          <a:noFill/>
          <a:ln w="0">
            <a:noFill/>
          </a:ln>
        </p:spPr>
        <p:txBody>
          <a:bodyPr lIns="91440" rIns="91440" tIns="45720" bIns="45720" anchor="t">
            <a:normAutofit fontScale="71769"/>
          </a:bodyPr>
          <a:p>
            <a:pPr indent="0" defTabSz="914400">
              <a:lnSpc>
                <a:spcPct val="90000"/>
              </a:lnSpc>
              <a:spcBef>
                <a:spcPts val="1001"/>
              </a:spcBef>
              <a:buNone/>
              <a:tabLst>
                <a:tab algn="l" pos="0"/>
              </a:tabLst>
            </a:pPr>
            <a:r>
              <a:rPr b="0" lang="en-US" sz="2400" spc="-1" strike="noStrike">
                <a:solidFill>
                  <a:srgbClr val="ffffff"/>
                </a:solidFill>
                <a:latin typeface="Calibri"/>
                <a:ea typeface="Calibri"/>
              </a:rPr>
              <a:t>Dynamic libraries (also called shared libraries) are linked into the program in two stages. </a:t>
            </a:r>
            <a:endParaRPr b="0" lang="en-US" sz="2400" spc="-1" strike="noStrike">
              <a:solidFill>
                <a:schemeClr val="dk1">
                  <a:lumMod val="93000"/>
                </a:schemeClr>
              </a:solidFill>
              <a:latin typeface="Corbel"/>
            </a:endParaRPr>
          </a:p>
          <a:p>
            <a:pPr marL="228600" indent="-228600" defTabSz="914400">
              <a:lnSpc>
                <a:spcPct val="90000"/>
              </a:lnSpc>
              <a:spcBef>
                <a:spcPts val="1001"/>
              </a:spcBef>
              <a:buClr>
                <a:srgbClr val="ededed"/>
              </a:buClr>
              <a:buFont typeface="Arial"/>
              <a:buChar char="•"/>
              <a:tabLst>
                <a:tab algn="l" pos="0"/>
              </a:tabLst>
            </a:pPr>
            <a:r>
              <a:rPr b="0" lang="en-US" sz="2400" spc="-1" strike="noStrike">
                <a:solidFill>
                  <a:srgbClr val="ffffff"/>
                </a:solidFill>
                <a:latin typeface="Calibri"/>
                <a:ea typeface="Calibri"/>
              </a:rPr>
              <a:t>First, during compile time, the linker verifies that all the symbols required by the program, are either linked into the program or in one of its dynamic libraries. However, the object files from the dynamic library are not inserted into the executable file. </a:t>
            </a:r>
            <a:endParaRPr b="0" lang="en-US" sz="2400" spc="-1" strike="noStrike">
              <a:solidFill>
                <a:schemeClr val="dk1">
                  <a:lumMod val="93000"/>
                </a:schemeClr>
              </a:solidFill>
              <a:latin typeface="Corbel"/>
            </a:endParaRPr>
          </a:p>
          <a:p>
            <a:pPr marL="228600" indent="-228600" defTabSz="914400">
              <a:lnSpc>
                <a:spcPct val="90000"/>
              </a:lnSpc>
              <a:spcBef>
                <a:spcPts val="1001"/>
              </a:spcBef>
              <a:buClr>
                <a:srgbClr val="ededed"/>
              </a:buClr>
              <a:buFont typeface="Arial"/>
              <a:buChar char="•"/>
              <a:tabLst>
                <a:tab algn="l" pos="0"/>
              </a:tabLst>
            </a:pPr>
            <a:r>
              <a:rPr b="0" lang="en-US" sz="2400" spc="-1" strike="noStrike">
                <a:solidFill>
                  <a:srgbClr val="ffffff"/>
                </a:solidFill>
                <a:latin typeface="Calibri"/>
                <a:ea typeface="Calibri"/>
              </a:rPr>
              <a:t>Instead, when the program is started, a program in the system (called a dynamic loader) checks out which shared libraries were linked with the program, loads them to memory, and attaches them to the copy of the program in memory.</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3600" spc="-1" strike="noStrike">
                <a:solidFill>
                  <a:srgbClr val="ffffff"/>
                </a:solidFill>
                <a:latin typeface="Calibri"/>
                <a:ea typeface="Calibri"/>
              </a:rPr>
              <a:t>How to Create Dynamic Libraries?</a:t>
            </a:r>
            <a:endParaRPr b="0" lang="en-US" sz="36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200" spc="-1" strike="noStrike">
                <a:solidFill>
                  <a:srgbClr val="ffffff"/>
                </a:solidFill>
                <a:latin typeface="Calibri"/>
                <a:ea typeface="Calibri"/>
              </a:rPr>
              <a:t>It will be done in 2 stages:</a:t>
            </a:r>
            <a:endParaRPr b="0" lang="en-US" sz="2200" spc="-1" strike="noStrike">
              <a:solidFill>
                <a:schemeClr val="dk1">
                  <a:lumMod val="93000"/>
                </a:schemeClr>
              </a:solidFill>
              <a:latin typeface="Corbel"/>
            </a:endParaRPr>
          </a:p>
          <a:p>
            <a:pPr marL="228600" indent="-228600" defTabSz="914400">
              <a:lnSpc>
                <a:spcPct val="90000"/>
              </a:lnSpc>
              <a:spcBef>
                <a:spcPts val="1001"/>
              </a:spcBef>
              <a:buClr>
                <a:srgbClr val="ededed"/>
              </a:buClr>
              <a:buFont typeface="Arial"/>
              <a:buChar char="•"/>
              <a:tabLst>
                <a:tab algn="l" pos="0"/>
              </a:tabLst>
            </a:pPr>
            <a:r>
              <a:rPr b="1" lang="en-US" sz="2400" spc="-1" strike="noStrike">
                <a:solidFill>
                  <a:srgbClr val="ffffff"/>
                </a:solidFill>
                <a:latin typeface="Calibri"/>
                <a:ea typeface="Calibri"/>
              </a:rPr>
              <a:t>Compile for "Position Independent Code" (PIC):</a:t>
            </a:r>
            <a:r>
              <a:rPr b="0" lang="en-US" sz="2400" spc="-1" strike="noStrike">
                <a:solidFill>
                  <a:srgbClr val="ffffff"/>
                </a:solidFill>
                <a:latin typeface="Calibri"/>
                <a:ea typeface="Calibri"/>
              </a:rPr>
              <a:t> </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400" spc="-1" strike="noStrike">
                <a:solidFill>
                  <a:srgbClr val="ffffff"/>
                </a:solidFill>
                <a:latin typeface="Calibri"/>
                <a:ea typeface="Calibri"/>
              </a:rPr>
              <a:t>	</a:t>
            </a:r>
            <a:r>
              <a:rPr b="0" lang="en-US" sz="2400" spc="-1" strike="noStrike">
                <a:solidFill>
                  <a:srgbClr val="ffffff"/>
                </a:solidFill>
                <a:latin typeface="Calibri"/>
                <a:ea typeface="Calibri"/>
              </a:rPr>
              <a:t>When the object files are generated, we have no idea where in memory they will be inserted in a program that will use them. Many different programs may use the same library, and each loads it into a different memory in address. We need that all jump calls and subroutine calls will use relative addresses, and not absolute addresses. Thus, we need to use a compiler flag that will cause this type of code to be generated.</a:t>
            </a:r>
            <a:endParaRPr b="0" lang="en-US" sz="2400" spc="-1" strike="noStrike">
              <a:solidFill>
                <a:schemeClr val="dk1">
                  <a:lumMod val="93000"/>
                </a:schemeClr>
              </a:solidFill>
              <a:latin typeface="Corbel"/>
            </a:endParaRPr>
          </a:p>
          <a:p>
            <a:pPr marL="228600" indent="-228600" defTabSz="914400">
              <a:lnSpc>
                <a:spcPct val="90000"/>
              </a:lnSpc>
              <a:spcBef>
                <a:spcPts val="1001"/>
              </a:spcBef>
              <a:buClr>
                <a:srgbClr val="ffc000"/>
              </a:buClr>
              <a:buFont typeface="Arial"/>
              <a:buChar char="•"/>
              <a:tabLst>
                <a:tab algn="l" pos="0"/>
              </a:tabLst>
            </a:pPr>
            <a:r>
              <a:rPr b="0" lang="en-US" sz="2400" spc="-1" strike="noStrike">
                <a:solidFill>
                  <a:srgbClr val="ffc000"/>
                </a:solidFill>
                <a:latin typeface="Calibri"/>
                <a:ea typeface="Calibri"/>
              </a:rPr>
              <a:t>$</a:t>
            </a:r>
            <a:r>
              <a:rPr b="0" lang="fr-FR" sz="2400" spc="-1" strike="noStrike">
                <a:solidFill>
                  <a:srgbClr val="ffc000"/>
                </a:solidFill>
                <a:latin typeface="Calibri"/>
                <a:ea typeface="Calibri"/>
              </a:rPr>
              <a:t>gcc   -fPIC   -c   file1.c   file2.c   file3.c</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400" spc="-1" strike="noStrike">
                <a:solidFill>
                  <a:srgbClr val="ffffff"/>
                </a:solidFill>
                <a:latin typeface="Calibri"/>
                <a:ea typeface="Calibri"/>
              </a:rPr>
              <a:t>With this command, we will create a list of object files with the names of file1.o, file2.o and file3.o.</a:t>
            </a:r>
            <a:br>
              <a:rPr sz="2200"/>
            </a:br>
            <a:endParaRPr b="0" lang="en-US" sz="2400" spc="-1" strike="noStrike">
              <a:solidFill>
                <a:schemeClr val="dk1">
                  <a:lumMod val="93000"/>
                </a:schemeClr>
              </a:solidFill>
              <a:latin typeface="Corbe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p:nvPr>
        </p:nvSpPr>
        <p:spPr>
          <a:xfrm>
            <a:off x="461880" y="240120"/>
            <a:ext cx="11221920" cy="6455880"/>
          </a:xfrm>
          <a:prstGeom prst="rect">
            <a:avLst/>
          </a:prstGeom>
          <a:noFill/>
          <a:ln w="0">
            <a:noFill/>
          </a:ln>
        </p:spPr>
        <p:txBody>
          <a:bodyPr lIns="91440" rIns="91440" tIns="45720" bIns="45720" anchor="t">
            <a:normAutofit fontScale="87480"/>
          </a:bodyPr>
          <a:p>
            <a:pPr marL="228600" indent="-228600" defTabSz="914400">
              <a:lnSpc>
                <a:spcPct val="90000"/>
              </a:lnSpc>
              <a:spcBef>
                <a:spcPts val="1001"/>
              </a:spcBef>
              <a:buClr>
                <a:srgbClr val="ededed"/>
              </a:buClr>
              <a:buFont typeface="Arial"/>
              <a:buChar char="•"/>
            </a:pPr>
            <a:r>
              <a:rPr b="1" lang="en-US" sz="2200" spc="-1" strike="noStrike">
                <a:solidFill>
                  <a:srgbClr val="ffffff"/>
                </a:solidFill>
                <a:latin typeface="Calibri"/>
                <a:ea typeface="Calibri"/>
              </a:rPr>
              <a:t>Library File Creation: </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200" spc="-1" strike="noStrike">
                <a:solidFill>
                  <a:srgbClr val="ffffff"/>
                </a:solidFill>
                <a:latin typeface="Calibri"/>
                <a:ea typeface="Calibri"/>
              </a:rPr>
              <a:t>	</a:t>
            </a:r>
            <a:r>
              <a:rPr b="0" lang="en-US" sz="2200" spc="-1" strike="noStrike">
                <a:solidFill>
                  <a:srgbClr val="ffffff"/>
                </a:solidFill>
                <a:latin typeface="Calibri"/>
                <a:ea typeface="Calibri"/>
              </a:rPr>
              <a:t>Unlike a static library, a shared library is not an archive file. It has a format that is specific to the architecture for which it is being created. Thus, we need to use the compiler (either the compiler's driver or its linker) to generate the library and tell it that it should create a shared library, not a final program file.</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pt-BR" sz="2200" spc="-1" strike="noStrike">
                <a:solidFill>
                  <a:srgbClr val="ffc000"/>
                </a:solidFill>
                <a:latin typeface="Calibri"/>
                <a:ea typeface="Calibri"/>
              </a:rPr>
              <a:t>$gcc    -shared  -o  lib_name.so    file1.o   file2.o   file3.o</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1" lang="en-US" sz="2400" spc="-1" strike="noStrike">
                <a:solidFill>
                  <a:srgbClr val="ffffff"/>
                </a:solidFill>
                <a:latin typeface="Calibri"/>
                <a:ea typeface="Calibri"/>
              </a:rPr>
              <a:t>How to use them (Linux only)</a:t>
            </a:r>
            <a:endParaRPr b="0" lang="en-US" sz="24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pt-BR" sz="2200" spc="-1" strike="noStrike">
                <a:solidFill>
                  <a:srgbClr val="ffc000"/>
                </a:solidFill>
                <a:latin typeface="Calibri"/>
                <a:ea typeface="Calibri"/>
              </a:rPr>
              <a:t>$gcc main.c -L. -l_name -o prog</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pt-BR" sz="2200" spc="-1" strike="noStrike">
                <a:solidFill>
                  <a:srgbClr val="ffc000"/>
                </a:solidFill>
                <a:latin typeface="Calibri"/>
                <a:ea typeface="Calibri"/>
              </a:rPr>
              <a:t>./prog</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200" spc="-1" strike="noStrike">
                <a:solidFill>
                  <a:schemeClr val="dk1"/>
                </a:solidFill>
                <a:latin typeface="Calibri"/>
                <a:ea typeface="Calibri"/>
              </a:rPr>
              <a:t>./test: error while loading shared libraries: lib_dynlib.so: cannot open shared object file: No such file or directory</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pt-BR" sz="2200" spc="-1" strike="noStrike">
                <a:solidFill>
                  <a:srgbClr val="ffc000"/>
                </a:solidFill>
                <a:latin typeface="Calibri"/>
                <a:ea typeface="Calibri"/>
              </a:rPr>
              <a:t>$export     LD_LIBRARY_PATH=/mnt/d/Code_WS/dynamic_libs</a:t>
            </a:r>
            <a:endParaRPr b="0" lang="en-US" sz="2200" spc="-1" strike="noStrike">
              <a:solidFill>
                <a:schemeClr val="dk1">
                  <a:lumMod val="93000"/>
                </a:schemeClr>
              </a:solidFill>
              <a:latin typeface="Corbel"/>
            </a:endParaRPr>
          </a:p>
          <a:p>
            <a:pPr indent="0" defTabSz="914400">
              <a:lnSpc>
                <a:spcPct val="90000"/>
              </a:lnSpc>
              <a:spcBef>
                <a:spcPts val="1001"/>
              </a:spcBef>
              <a:buNone/>
              <a:tabLst>
                <a:tab algn="l" pos="0"/>
              </a:tabLst>
            </a:pPr>
            <a:endParaRPr b="0" lang="en-US" sz="1100" spc="-1" strike="noStrike">
              <a:solidFill>
                <a:schemeClr val="dk1">
                  <a:lumMod val="93000"/>
                </a:schemeClr>
              </a:solidFill>
              <a:latin typeface="Corbel"/>
            </a:endParaRPr>
          </a:p>
          <a:p>
            <a:pPr indent="0" defTabSz="914400">
              <a:lnSpc>
                <a:spcPct val="90000"/>
              </a:lnSpc>
              <a:spcBef>
                <a:spcPts val="1001"/>
              </a:spcBef>
              <a:buNone/>
              <a:tabLst>
                <a:tab algn="l" pos="0"/>
              </a:tabLst>
            </a:pPr>
            <a:r>
              <a:rPr b="0" lang="en-US" sz="2200" spc="-1" strike="noStrike">
                <a:solidFill>
                  <a:srgbClr val="ffc000"/>
                </a:solidFill>
                <a:latin typeface="Calibri"/>
                <a:ea typeface="Calibri"/>
              </a:rPr>
              <a:t>$./prog</a:t>
            </a:r>
            <a:endParaRPr b="0" lang="en-US" sz="2200" spc="-1" strike="noStrike">
              <a:solidFill>
                <a:schemeClr val="dk1">
                  <a:lumMod val="93000"/>
                </a:schemeClr>
              </a:solidFill>
              <a:latin typeface="Corbe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TextBox 1"/>
          <p:cNvSpPr/>
          <p:nvPr/>
        </p:nvSpPr>
        <p:spPr>
          <a:xfrm>
            <a:off x="1881720" y="3127680"/>
            <a:ext cx="8480880" cy="759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4400" spc="-1" strike="noStrike">
                <a:solidFill>
                  <a:srgbClr val="ffc000"/>
                </a:solidFill>
                <a:latin typeface="Corbel"/>
              </a:rPr>
              <a:t>THANK YOU…</a:t>
            </a:r>
            <a:endParaRPr b="0" lang="en-IN" sz="4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Depth">
  <a:themeElements>
    <a:clrScheme name="Depth">
      <a:dk1>
        <a:srgbClr val="000000"/>
      </a:dk1>
      <a:lt1>
        <a:srgbClr val="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Depth</Template>
  <TotalTime>5830</TotalTime>
  <Application>LibreOffice/24.2.7.2$Linux_X86_64 LibreOffice_project/420$Build-2</Application>
  <AppVersion>15.0000</AppVersion>
  <Words>4246</Words>
  <Paragraphs>543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2020-12-15T06:47:39Z</dcterms:created>
  <dc:creator>Vinod Kumar Jadhav</dc:creator>
  <dc:description/>
  <dc:language>en-IN</dc:language>
  <cp:lastModifiedBy/>
  <dcterms:modified xsi:type="dcterms:W3CDTF">2025-11-11T12:10:24Z</dcterms:modified>
  <cp:revision>207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24</vt:i4>
  </property>
</Properties>
</file>